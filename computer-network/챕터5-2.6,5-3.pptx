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png" ContentType="image/png"/>
  <Default Extension="emf" ContentType="image/x-emf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handoutMasters/handoutMaster1.xml" ContentType="application/vnd.openxmlformats-officedocument.presentationml.handoutMaster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
<Relationships xmlns="http://schemas.openxmlformats.org/package/2006/relationships"><Relationship Id="rId1" Type="http://schemas.openxmlformats.org/officeDocument/2006/relationships/officeDocument" Target="ppt/presentation.xml"></Relationship><Relationship Id="rId2" Type="http://schemas.openxmlformats.org/package/2006/relationships/metadata/core-properties" Target="docProps/core.xml"></Relationship><Relationship Id="rId3" Type="http://schemas.openxmlformats.org/officeDocument/2006/relationships/extended-properties" Target="docProps/app.xml"></Relationship><Relationship Id="rId4" Type="http://schemas.openxmlformats.org/package/2006/relationships/metadata/thumbnail" Target="docProps/thumbnail.jpeg"></Relationship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saveSubsetFonts="1">
  <p:sldMasterIdLst>
    <p:sldMasterId id="2147483672" r:id="rId13"/>
  </p:sldMasterIdLst>
  <p:notesMasterIdLst>
    <p:notesMasterId r:id="rId17"/>
  </p:notesMasterIdLst>
  <p:handoutMasterIdLst>
    <p:handoutMasterId r:id="rId15"/>
  </p:handoutMasterIdLst>
  <p:sldIdLst>
    <p:sldId id="256" r:id="rId19"/>
    <p:sldId id="257" r:id="rId20"/>
    <p:sldId id="258" r:id="rId21"/>
    <p:sldId id="259" r:id="rId22"/>
    <p:sldId id="260" r:id="rId23"/>
    <p:sldId id="261" r:id="rId24"/>
    <p:sldId id="262" r:id="rId25"/>
    <p:sldId id="263" r:id="rId26"/>
    <p:sldId id="264" r:id="rId27"/>
    <p:sldId id="265" r:id="rId28"/>
    <p:sldId id="266" r:id="rId29"/>
    <p:sldId id="276" r:id="rId30"/>
    <p:sldId id="267" r:id="rId31"/>
    <p:sldId id="268" r:id="rId32"/>
    <p:sldId id="269" r:id="rId33"/>
    <p:sldId id="282" r:id="rId34"/>
    <p:sldId id="270" r:id="rId35"/>
    <p:sldId id="271" r:id="rId36"/>
    <p:sldId id="279" r:id="rId37"/>
    <p:sldId id="277" r:id="rId38"/>
    <p:sldId id="280" r:id="rId39"/>
    <p:sldId id="278" r:id="rId40"/>
    <p:sldId id="281" r:id="rId41"/>
    <p:sldId id="272" r:id="rId42"/>
    <p:sldId id="283" r:id="rId43"/>
    <p:sldId id="284" r:id="rId44"/>
    <p:sldId id="273" r:id="rId45"/>
    <p:sldId id="274" r:id="rId46"/>
    <p:sldId id="285" r:id="rId47"/>
    <p:sldId id="275" r:id="rId48"/>
    <p:sldId id="286" r:id="rId49"/>
    <p:sldId id="287" r:id="rId50"/>
    <p:sldId id="288" r:id="rId5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 horzBarState="maximized">
    <p:restoredLeft sz="18001" autoAdjust="0"/>
    <p:restoredTop sz="94660"/>
  </p:normalViewPr>
  <p:slideViewPr>
    <p:cSldViewPr snapToGrid="0" snapToObjects="1">
      <p:cViewPr varScale="1">
        <p:scale>
          <a:sx n="111" d="100"/>
          <a:sy n="111" d="100"/>
        </p:scale>
        <p:origin x="42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5" d="100"/>
          <a:sy n="85" d="100"/>
        </p:scale>
        <p:origin x="3888" y="90"/>
      </p:cViewPr>
      <p:guideLst/>
    </p:cSldViewPr>
  </p:notesViewPr>
  <p:gridSpacing cx="72008" cy="72008"/>
</p:viewPr>
</file>

<file path=ppt/_rels/presentation.xml.rels><?xml version="1.0" encoding="UTF-8"?>
<Relationships xmlns="http://schemas.openxmlformats.org/package/2006/relationships"><Relationship Id="rId1" Type="http://schemas.openxmlformats.org/officeDocument/2006/relationships/tableStyles" Target="tableStyles.xml"></Relationship><Relationship Id="rId13" Type="http://schemas.openxmlformats.org/officeDocument/2006/relationships/slideMaster" Target="slideMasters/slideMaster1.xml"></Relationship><Relationship Id="rId14" Type="http://schemas.openxmlformats.org/officeDocument/2006/relationships/theme" Target="theme/theme1.xml"></Relationship><Relationship Id="rId15" Type="http://schemas.openxmlformats.org/officeDocument/2006/relationships/handoutMaster" Target="handoutMasters/handoutMaster1.xml"></Relationship><Relationship Id="rId17" Type="http://schemas.openxmlformats.org/officeDocument/2006/relationships/notesMaster" Target="notesMasters/notesMaster1.xml"></Relationship><Relationship Id="rId19" Type="http://schemas.openxmlformats.org/officeDocument/2006/relationships/slide" Target="slides/slide1.xml"></Relationship><Relationship Id="rId20" Type="http://schemas.openxmlformats.org/officeDocument/2006/relationships/slide" Target="slides/slide2.xml"></Relationship><Relationship Id="rId21" Type="http://schemas.openxmlformats.org/officeDocument/2006/relationships/slide" Target="slides/slide3.xml"></Relationship><Relationship Id="rId22" Type="http://schemas.openxmlformats.org/officeDocument/2006/relationships/slide" Target="slides/slide4.xml"></Relationship><Relationship Id="rId23" Type="http://schemas.openxmlformats.org/officeDocument/2006/relationships/slide" Target="slides/slide5.xml"></Relationship><Relationship Id="rId24" Type="http://schemas.openxmlformats.org/officeDocument/2006/relationships/slide" Target="slides/slide6.xml"></Relationship><Relationship Id="rId25" Type="http://schemas.openxmlformats.org/officeDocument/2006/relationships/slide" Target="slides/slide7.xml"></Relationship><Relationship Id="rId26" Type="http://schemas.openxmlformats.org/officeDocument/2006/relationships/slide" Target="slides/slide8.xml"></Relationship><Relationship Id="rId27" Type="http://schemas.openxmlformats.org/officeDocument/2006/relationships/slide" Target="slides/slide9.xml"></Relationship><Relationship Id="rId28" Type="http://schemas.openxmlformats.org/officeDocument/2006/relationships/slide" Target="slides/slide10.xml"></Relationship><Relationship Id="rId29" Type="http://schemas.openxmlformats.org/officeDocument/2006/relationships/slide" Target="slides/slide11.xml"></Relationship><Relationship Id="rId30" Type="http://schemas.openxmlformats.org/officeDocument/2006/relationships/slide" Target="slides/slide12.xml"></Relationship><Relationship Id="rId31" Type="http://schemas.openxmlformats.org/officeDocument/2006/relationships/slide" Target="slides/slide13.xml"></Relationship><Relationship Id="rId32" Type="http://schemas.openxmlformats.org/officeDocument/2006/relationships/slide" Target="slides/slide14.xml"></Relationship><Relationship Id="rId33" Type="http://schemas.openxmlformats.org/officeDocument/2006/relationships/slide" Target="slides/slide15.xml"></Relationship><Relationship Id="rId34" Type="http://schemas.openxmlformats.org/officeDocument/2006/relationships/slide" Target="slides/slide16.xml"></Relationship><Relationship Id="rId35" Type="http://schemas.openxmlformats.org/officeDocument/2006/relationships/slide" Target="slides/slide17.xml"></Relationship><Relationship Id="rId36" Type="http://schemas.openxmlformats.org/officeDocument/2006/relationships/slide" Target="slides/slide18.xml"></Relationship><Relationship Id="rId37" Type="http://schemas.openxmlformats.org/officeDocument/2006/relationships/slide" Target="slides/slide19.xml"></Relationship><Relationship Id="rId38" Type="http://schemas.openxmlformats.org/officeDocument/2006/relationships/slide" Target="slides/slide20.xml"></Relationship><Relationship Id="rId39" Type="http://schemas.openxmlformats.org/officeDocument/2006/relationships/slide" Target="slides/slide21.xml"></Relationship><Relationship Id="rId40" Type="http://schemas.openxmlformats.org/officeDocument/2006/relationships/slide" Target="slides/slide22.xml"></Relationship><Relationship Id="rId41" Type="http://schemas.openxmlformats.org/officeDocument/2006/relationships/slide" Target="slides/slide23.xml"></Relationship><Relationship Id="rId42" Type="http://schemas.openxmlformats.org/officeDocument/2006/relationships/slide" Target="slides/slide24.xml"></Relationship><Relationship Id="rId43" Type="http://schemas.openxmlformats.org/officeDocument/2006/relationships/slide" Target="slides/slide25.xml"></Relationship><Relationship Id="rId44" Type="http://schemas.openxmlformats.org/officeDocument/2006/relationships/slide" Target="slides/slide26.xml"></Relationship><Relationship Id="rId45" Type="http://schemas.openxmlformats.org/officeDocument/2006/relationships/slide" Target="slides/slide27.xml"></Relationship><Relationship Id="rId46" Type="http://schemas.openxmlformats.org/officeDocument/2006/relationships/slide" Target="slides/slide28.xml"></Relationship><Relationship Id="rId47" Type="http://schemas.openxmlformats.org/officeDocument/2006/relationships/slide" Target="slides/slide29.xml"></Relationship><Relationship Id="rId48" Type="http://schemas.openxmlformats.org/officeDocument/2006/relationships/slide" Target="slides/slide30.xml"></Relationship><Relationship Id="rId49" Type="http://schemas.openxmlformats.org/officeDocument/2006/relationships/slide" Target="slides/slide31.xml"></Relationship><Relationship Id="rId50" Type="http://schemas.openxmlformats.org/officeDocument/2006/relationships/slide" Target="slides/slide32.xml"></Relationship><Relationship Id="rId51" Type="http://schemas.openxmlformats.org/officeDocument/2006/relationships/slide" Target="slides/slide33.xml"></Relationship><Relationship Id="rId53" Type="http://schemas.openxmlformats.org/officeDocument/2006/relationships/viewProps" Target="viewProps.xml"></Relationship><Relationship Id="rId54" Type="http://schemas.openxmlformats.org/officeDocument/2006/relationships/presProps" Target="presProps.xml"></Relationship></Relationships>
</file>

<file path=ppt/handoutMasters/_rels/handoutMaster1.xml.rels><?xml version="1.0" encoding="UTF-8"?>
<Relationships xmlns="http://schemas.openxmlformats.org/package/2006/relationships"><Relationship Id="rId1" Type="http://schemas.openxmlformats.org/officeDocument/2006/relationships/theme" Target="../theme/theme2.xml"></Relationship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9214C1-2863-45BA-A7C5-D5EA3C3D4C30}" type="datetimeFigureOut">
              <a:rPr lang="ko-KR" altLang="en-US" smtClean="0"/>
              <a:t>2024-09-11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3020B9-F693-4639-BB27-7B1AD87C61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64276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17971 8481,'0'24,"-241"-24,121 0,-48 0,-144 0,24 0,-145 24,25 72,-25-72,-408-24,313 0,47 0,-71 0,71 0,241 0,-121 0,-119 0,-49 0,-47 0,-1 0,193 0,-1 0,-47 0,-1 0,-47 0,-1 0,73 0,144 24,-73-24,-71 0,-49 0,97 0,0 0,-97 0,-144-24,361 24,-384 0,359 0,49-24,72-72,-289-24,193-1,0 97,-72-120,263 96,25 24,-72-72,48-24,-168-144,-192-577,288 336,120-71,72 71,24-72,-96 97,120-145,0-48,-48 409,0 24,96-241,0 97,-47 120,23-49,168-47,-168 192,96 0,73 144,-1-24,121-24,-193 72,24 0,73 0,359 0,25 0,48 0,-24 0,336 0,-360 0,95 0,25 120,-96 0,-312-24,23-48,457 168,48-72,-240 49,-385-145,1 48,143 0,-144-48,49 48,312 24,-193 0,-288-96,-47 24,-49 0,0-48,-48 24,-48-24,0 48,0-24,48 121,24 119,48 553,-144-145,0-311,0 384,0-121,48 73,24-192,-23-25,-1-144,-48-95,0-25,0-96,0 24,0-120,0 0,0 24,0-24,-48 0,23 48,25-48,-96 73,72-73,-72 0,-96-24,-120 0,23 0,193 0,0 0,0 24,24-24,24 0,0 0,-48 0,96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0 0,'0'0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0 0,'72'0,"672"0,698 0,-553 0,-72 0,408 0,-865 0,-23 0,-313 0,-24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1705 0,'48'0,"24"24,-23 0,23 72,-72 48,-145 48,-143 24,-144-48,-25-23,241-49,48-96,-24 72,168-72,0 0,24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5381 1369,'-48'0,"-48"0,-168 0,24 0,-697 0,312 0,-24 0,145 0,23 0,-23-96,-1 48,385-48,-192 0,288 72,-48-97,72 25,0 48,0-192,48 48,24 72,48 72,120-48,-120 72,168 0,97 24,143 0,25 0,-265 0,-47 0,215 0,-264 0,0 0,529 48,-408 24,-73-48,288 72,-311-48,-73-48,24 24,-96 24,-24-48,-48 48,0-24,0 72,0 24,-72 0,-144 73,48-25,47-96,1 48,-24-72,96-48,0 0,24 0,-24 0,24 24,24-24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0 0,'48'0,"96"0,24 0,-48 0,-24 48,0 0,-48 24,48 0,49 144,-25-96,0 0,48 24,-96-47,-24-73,-24 48,-24-72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480 0,'0'72,"0"120,0-48,-24-24,-72-96,24 24,24-48,24 0,-72 0,48 0,24 0,-24 0,48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0 0,'120'0,"24"0,48 0,96 72,-120-24,-143-48,23 0,24 72,-48-48,0 0,48 72,-24-72,-48 0,0-24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288 0,'0'96,"72"24,-72 0,0-96,-48 72,-96-96,0 0,120 0,24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0 0,'0'0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1561 1129,'-24'0,"-72"72,24-48,48-24,-72 0,48 24,-24-24,24 0,-72 0,-121-24,97-48,-144-48,216 96,0 24,-24-48,72-25,0 49,24-192,0 192,0-72,144-120,-72 192,0 0,168-96,-144 48,48 48,-24 0,121 0,-193 24,72 0,-96 0,24 0,-48 72,48 0,0 72,-24 48,24 96,0-95,-48-169,0 24,0 48,0-72,0 24,0 0,0 24,0-48,0 0,0-24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0 480,'72'-24,"24"0,120-48,-72 72,-24-24,193-72,-193 96,0-24,72-48,-192 48,48 0,-24 24,24-24,24-24,-24 24,-48 24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360 48,'0'-24,"-48"24,-24 0,0 0,24 0,0 120,24-72,-24 48,48 24,0 0,0-48,48-72,24 0,48-120,-72 48,-24-24,24 24,0 0,-24 48,24-72,0 48,-24 48,0 0,0 0,24 0,-24 0,72 0,-24 0,0 0,-23 0,-1 48,-48-48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0 144,'48'0,"48"0,-48 0,0 0,72-24,-96 24,24-24,0-48,-48 48,0 24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96 0,'0'24,"0"48,0 96,0 24,0-24,0 145,-48-121,48-72,-24-24,0-24,24-72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312 48,'-24'0,"24"48,-24 0,-48-48,24 0,-24 0,48 0,0 0,0 0,24 72,0-48,24-24,72 48,-48 0,-24-48,48 0,-48-72,-24-24,0 24,0 24,0 24,24 0,-24 24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384 288,'-48'-24,"-48"0,24 24,48 0,-72 0,48 24,48 0,0 72,48-24,24-72,-48 0,120-48,-24 24,-48 0,-48 0,-24-48,0 48,24 0,48 24,-24 0,72 0,-72 0,-24 0,24 0,-48-48,0 0,0-72,0 120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0 0,'24'120,"-24"0,0 144,0-48,0-144,0 73,0-97,0 48,0 0,0-48,0-48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1297 1249,'-120'-48,"0"48,-121 0,-143-48,264 24,-48-48,120 48,-24-169,72 49,-24 24,24-48,24 72,24 0,72-24,-48 96,48 0,168-24,-216 48,48 0,1 0,-49 48,-24-24,-48 0,48 72,-48-72,0 120,0-48,0 0,-48 24,48-96,-24 48,24-72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0 600,'24'-24,"120"-48,216 48,-240 0,193-96,-169 48,48-72,-120 144,0 0,-24-96,24 72,-72 24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264 0,'-24'0,"0"0,-24 0,0 0,24 24,-48 96,48-96,24 24,0-24,24-24,0 0,96 0,120-24,-192 24,72-72,-96 72,0 0,0 0,72-48,-72 0,24 24,-48 24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0 0,'48'0,"0"72,-24-72,24 48,-24-48,0 0,-24 24,24-24,24 48,-48-48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192 0,'-24'0,"-72"48,24 24,72-24,0-24,24 96,24-96,24-24,48 0,-72-48,-48-24,48 48,-48-48,0 48,0 0,0 24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48 0,'0'72,"0"0,0 120,0-144,-24 24,24-48,-24 0,24-48,0-24,48-48,-48 72,48-24,-24 48,0 0,0 0,48-24,-48 24,0 0,-24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0 0,'0'24,"0"48,48 48,48-72,0-24,120 48,-144-48,-24-24,24-24,-24-48,-24 24,-24-48,0 96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0 0,'24'0,"72"0,24 0,-120 72,24-48,48 72,-48 0,-24 72,-48-72,0 0,24-24,-72 0,72-72,-24 24,0-24,48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0 0,'264'0,"-72"0,-48 0,-120 0,-24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0 0,'120'0,"48"0,216 24,-216 24,-96-48,-47 24,-25 0,-49 48,49-48,-48 24,24 0,24-24,-24 0,0-24,24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48 0,'0'48,"-48"-24,48 0,0 48,0 0,0 0,0-48,0 0,48-24,-48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480 0,'-48'0,"-168"0,144 72,0 72,24-24,24 0,24-96,0 72,24-96,144 0,-96-72,24 48,-24-72,-24 24,72-96,-96 144,24 0,-24 0,0 24,0 0,24 0,0 0,-24 0,-24 24,48-24,-23-24,-25-48,0 72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0 0,'0'72,"0"72,0 72,0 289,0-265,0-48,0 96,0-192,0 0,0-71,0-25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0 0,'0'0</inkml:trace>
</inkml:ink>
</file>

<file path=ppt/notesMasters/_rels/notesMaster1.xml.rels><?xml version="1.0" encoding="UTF-8"?>
<Relationships xmlns="http://schemas.openxmlformats.org/package/2006/relationships"><Relationship Id="rId1" Type="http://schemas.openxmlformats.org/officeDocument/2006/relationships/theme" Target="../theme/theme3.xml"></Relationship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563C85-90F6-445D-9B5B-8ABB00FB3043}" type="datetimeFigureOut">
              <a:rPr lang="ko-KR" altLang="en-US" smtClean="0"/>
              <a:t>2024-09-11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B16B34-ED2F-4269-81E8-097D50C902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0817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.xml"></Relationship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16B34-ED2F-4269-81E8-097D50C90279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64566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2024-09-11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6471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6235" cy="132651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6235" cy="4352290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835" cy="365760"/>
          </a:xfrm>
        </p:spPr>
        <p:txBody>
          <a:bodyPr/>
          <a:lstStyle/>
          <a:p>
            <a:fld id="{14ED09F3-42FA-4000-BA19-9FDED2BD3142}" type="datetimeFigureOut">
              <a:rPr lang="ko-KR" altLang="en-US" smtClean="0"/>
              <a:t>2024-09-11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5434" cy="3657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835" cy="365760"/>
          </a:xfrm>
        </p:spPr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6598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2024-09-11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7657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2024-09-11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7481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2024-09-11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5079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2024-09-11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4917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2024-09-11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0467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2024-09-11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3477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2024-09-11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2598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2024-09-11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0576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2024-09-11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0114824"/>
      </p:ext>
    </p:extLst>
  </p:cSld>
  <p:clrMapOvr>
    <a:masterClrMapping/>
  </p:clrMapOvr>
</p:sldLayout>
</file>

<file path=ppt/slideMasters/_rels/slideMaster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slideLayout" Target="../slideLayouts/slideLayout2.xml"></Relationship><Relationship Id="rId3" Type="http://schemas.openxmlformats.org/officeDocument/2006/relationships/slideLayout" Target="../slideLayouts/slideLayout3.xml"></Relationship><Relationship Id="rId4" Type="http://schemas.openxmlformats.org/officeDocument/2006/relationships/slideLayout" Target="../slideLayouts/slideLayout4.xml"></Relationship><Relationship Id="rId5" Type="http://schemas.openxmlformats.org/officeDocument/2006/relationships/slideLayout" Target="../slideLayouts/slideLayout5.xml"></Relationship><Relationship Id="rId6" Type="http://schemas.openxmlformats.org/officeDocument/2006/relationships/slideLayout" Target="../slideLayouts/slideLayout6.xml"></Relationship><Relationship Id="rId7" Type="http://schemas.openxmlformats.org/officeDocument/2006/relationships/slideLayout" Target="../slideLayouts/slideLayout7.xml"></Relationship><Relationship Id="rId8" Type="http://schemas.openxmlformats.org/officeDocument/2006/relationships/slideLayout" Target="../slideLayouts/slideLayout8.xml"></Relationship><Relationship Id="rId9" Type="http://schemas.openxmlformats.org/officeDocument/2006/relationships/slideLayout" Target="../slideLayouts/slideLayout9.xml"></Relationship><Relationship Id="rId10" Type="http://schemas.openxmlformats.org/officeDocument/2006/relationships/slideLayout" Target="../slideLayouts/slideLayout10.xml"></Relationship><Relationship Id="rId11" Type="http://schemas.openxmlformats.org/officeDocument/2006/relationships/slideLayout" Target="../slideLayouts/slideLayout11.xml"></Relationship><Relationship Id="rId12" Type="http://schemas.openxmlformats.org/officeDocument/2006/relationships/theme" Target="../theme/theme1.xml"></Relationship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6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ED09F3-42FA-4000-BA19-9FDED2BD3142}" type="datetimeFigureOut">
              <a:rPr lang="ko-KR" altLang="en-US" smtClean="0"/>
              <a:t>2024-09-11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0494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
<Relationships xmlns="http://schemas.openxmlformats.org/package/2006/relationships"><Relationship Id="rId2" Type="http://schemas.openxmlformats.org/officeDocument/2006/relationships/notesSlide" Target="../notesSlides/notesSlide1.xml"></Relationship><Relationship Id="rId3" Type="http://schemas.openxmlformats.org/officeDocument/2006/relationships/slideLayout" Target="../slideLayouts/slideLayout1.xml"></Relationship></Relationships>
</file>

<file path=ppt/slides/_rels/slide2.xml.rels><?xml version="1.0" encoding="UTF-8"?>
<Relationships xmlns="http://schemas.openxmlformats.org/package/2006/relationships"><Relationship Id="rId3" Type="http://schemas.openxmlformats.org/officeDocument/2006/relationships/image" Target="../media/fImage1507642002482.png"></Relationship><Relationship Id="rId4" Type="http://schemas.openxmlformats.org/officeDocument/2006/relationships/customXml" Target="../ink/ink1.xml"></Relationship><Relationship Id="rId5" Type="http://schemas.openxmlformats.org/officeDocument/2006/relationships/image" Target="../media/fImage58762623543.emf"></Relationship><Relationship Id="rId6" Type="http://schemas.openxmlformats.org/officeDocument/2006/relationships/slideLayout" Target="../slideLayouts/slideLayout2.xml"></Relationship></Relationships>
</file>

<file path=ppt/slides/_rels/slide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customXml" Target="../ink/ink2.xml"></Relationship><Relationship Id="rId3" Type="http://schemas.openxmlformats.org/officeDocument/2006/relationships/image" Target="../media/fImage4442632617.emf"></Relationship><Relationship Id="rId4" Type="http://schemas.openxmlformats.org/officeDocument/2006/relationships/image" Target="../media/fImage611782641014.png"></Relationship></Relationships>
</file>

<file path=ppt/slides/_rels/slide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428692655059.png"></Relationship><Relationship Id="rId3" Type="http://schemas.openxmlformats.org/officeDocument/2006/relationships/image" Target="../media/fImage322842661656.png"></Relationship><Relationship Id="rId4" Type="http://schemas.openxmlformats.org/officeDocument/2006/relationships/customXml" Target="../ink/ink3.xml"></Relationship><Relationship Id="rId5" Type="http://schemas.openxmlformats.org/officeDocument/2006/relationships/image" Target="../media/fImage7962756777.emf"></Relationship><Relationship Id="rId6" Type="http://schemas.openxmlformats.org/officeDocument/2006/relationships/customXml" Target="../ink/ink4.xml"></Relationship><Relationship Id="rId7" Type="http://schemas.openxmlformats.org/officeDocument/2006/relationships/image" Target="../media/fImage9962768745.emf"></Relationship></Relationships>
</file>

<file path=ppt/slides/_rels/slide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14593826777.png"></Relationship><Relationship Id="rId3" Type="http://schemas.openxmlformats.org/officeDocument/2006/relationships/image" Target="../media/fImage755682684242.png"></Relationship><Relationship Id="rId4" Type="http://schemas.openxmlformats.org/officeDocument/2006/relationships/customXml" Target="../ink/ink5.xml"></Relationship><Relationship Id="rId5" Type="http://schemas.openxmlformats.org/officeDocument/2006/relationships/image" Target="../media/fImage26762695566.emf"></Relationship></Relationships>
</file>

<file path=ppt/slides/_rels/slide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917732706758.png"></Relationship><Relationship Id="rId3" Type="http://schemas.openxmlformats.org/officeDocument/2006/relationships/image" Target="../media/fImage308662713281.png"></Relationship><Relationship Id="rId4" Type="http://schemas.openxmlformats.org/officeDocument/2006/relationships/customXml" Target="../ink/ink6.xml"></Relationship><Relationship Id="rId5" Type="http://schemas.openxmlformats.org/officeDocument/2006/relationships/image" Target="../media/fImage10362733202.emf"></Relationship><Relationship Id="rId6" Type="http://schemas.openxmlformats.org/officeDocument/2006/relationships/customXml" Target="../ink/ink7.xml"></Relationship><Relationship Id="rId7" Type="http://schemas.openxmlformats.org/officeDocument/2006/relationships/image" Target="../media/fImage916274118.emf"></Relationship></Relationships>
</file>

<file path=ppt/slides/_rels/slide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917732774858.png"></Relationship><Relationship Id="rId3" Type="http://schemas.openxmlformats.org/officeDocument/2006/relationships/image" Target="../media/fImage601262787255.png"></Relationship><Relationship Id="rId4" Type="http://schemas.openxmlformats.org/officeDocument/2006/relationships/customXml" Target="../ink/ink8.xml"></Relationship><Relationship Id="rId5" Type="http://schemas.openxmlformats.org/officeDocument/2006/relationships/image" Target="../media/fImage9562798204.emf"></Relationship><Relationship Id="rId6" Type="http://schemas.openxmlformats.org/officeDocument/2006/relationships/customXml" Target="../ink/ink9.xml"></Relationship><Relationship Id="rId7" Type="http://schemas.openxmlformats.org/officeDocument/2006/relationships/image" Target="../media/fImage7562804070.emf"></Relationship></Relationships>
</file>

<file path=ppt/slides/_rels/slide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customXml" Target="../ink/ink10.xml"></Relationship><Relationship Id="rId3" Type="http://schemas.openxmlformats.org/officeDocument/2006/relationships/image" Target="../media/fImage4442819169.emf"></Relationship><Relationship Id="rId4" Type="http://schemas.openxmlformats.org/officeDocument/2006/relationships/image" Target="../media/fImage272652826306.png"></Relationship></Relationships>
</file>

<file path=ppt/slides/_rels/slide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1058372847262.png"></Relationship></Relationships>
</file>

<file path=ppt/slides/_rels/slide1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1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736452868810.png"></Relationship></Relationships>
</file>

<file path=ppt/slides/_rels/slide1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632452878638.png"></Relationship><Relationship Id="rId3" Type="http://schemas.openxmlformats.org/officeDocument/2006/relationships/image" Target="../media/fImage64977288752.png"></Relationship></Relationships>
</file>

<file path=ppt/slides/_rels/slide1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1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1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1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1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697092913119.png"></Relationship></Relationships>
</file>

<file path=ppt/slides/_rels/slide1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366702977918.png"></Relationship><Relationship Id="rId3" Type="http://schemas.openxmlformats.org/officeDocument/2006/relationships/image" Target="../media/fImage559072982032.png"></Relationship></Relationships>
</file>

<file path=ppt/slides/_rels/slide1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189652994999.png"></Relationship><Relationship Id="rId3" Type="http://schemas.openxmlformats.org/officeDocument/2006/relationships/image" Target="../media/fImage198333001797.png"></Relationship></Relationships>
</file>

<file path=ppt/slides/_rels/slide2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160593014058.png"></Relationship><Relationship Id="rId3" Type="http://schemas.openxmlformats.org/officeDocument/2006/relationships/image" Target="../media/fImage1532093025459.png"></Relationship></Relationships>
</file>

<file path=ppt/slides/_rels/slide2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276683051018.png"></Relationship><Relationship Id="rId3" Type="http://schemas.openxmlformats.org/officeDocument/2006/relationships/image" Target="../media/fImage134153069207.png"></Relationship></Relationships>
</file>

<file path=ppt/slides/_rels/slide2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193093073393.png"></Relationship><Relationship Id="rId3" Type="http://schemas.openxmlformats.org/officeDocument/2006/relationships/image" Target="../media/fImage205763083165.png"></Relationship><Relationship Id="rId4" Type="http://schemas.openxmlformats.org/officeDocument/2006/relationships/image" Target="../media/fImage114353096703.png"></Relationship></Relationships>
</file>

<file path=ppt/slides/_rels/slide2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6533112172.png"></Relationship><Relationship Id="rId3" Type="http://schemas.openxmlformats.org/officeDocument/2006/relationships/image" Target="../media/fImage211133127423.png"></Relationship><Relationship Id="rId4" Type="http://schemas.openxmlformats.org/officeDocument/2006/relationships/image" Target="../media/fImage415193134368.png"></Relationship><Relationship Id="rId5" Type="http://schemas.openxmlformats.org/officeDocument/2006/relationships/image" Target="../media/fImage963193143733.png"></Relationship></Relationships>
</file>

<file path=ppt/slides/_rels/slide2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2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2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39236319620.png"></Relationship></Relationships>
</file>

<file path=ppt/slides/_rels/slide2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29375320986.png"></Relationship></Relationships>
</file>

<file path=ppt/slides/_rels/slide2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477423216575.png"></Relationship><Relationship Id="rId3" Type="http://schemas.openxmlformats.org/officeDocument/2006/relationships/image" Target="../media/fImage231443225412.png"></Relationship></Relationships>
</file>

<file path=ppt/slides/_rels/slide2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3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3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590123272516.png"></Relationship><Relationship Id="rId3" Type="http://schemas.openxmlformats.org/officeDocument/2006/relationships/customXml" Target="../ink/ink11.xml"></Relationship><Relationship Id="rId4" Type="http://schemas.openxmlformats.org/officeDocument/2006/relationships/image" Target="../media/fImage2316328452.emf"></Relationship><Relationship Id="rId5" Type="http://schemas.openxmlformats.org/officeDocument/2006/relationships/customXml" Target="../ink/ink12.xml"></Relationship><Relationship Id="rId6" Type="http://schemas.openxmlformats.org/officeDocument/2006/relationships/image" Target="../media/fImage10363297497.emf"></Relationship><Relationship Id="rId7" Type="http://schemas.openxmlformats.org/officeDocument/2006/relationships/customXml" Target="../ink/ink13.xml"></Relationship><Relationship Id="rId8" Type="http://schemas.openxmlformats.org/officeDocument/2006/relationships/image" Target="../media/fImage16763306678.emf"></Relationship><Relationship Id="rId9" Type="http://schemas.openxmlformats.org/officeDocument/2006/relationships/customXml" Target="../ink/ink14.xml"></Relationship><Relationship Id="rId10" Type="http://schemas.openxmlformats.org/officeDocument/2006/relationships/image" Target="../media/fImage7963316570.emf"></Relationship><Relationship Id="rId11" Type="http://schemas.openxmlformats.org/officeDocument/2006/relationships/customXml" Target="../ink/ink15.xml"></Relationship><Relationship Id="rId12" Type="http://schemas.openxmlformats.org/officeDocument/2006/relationships/image" Target="../media/fImage83633265.emf"></Relationship><Relationship Id="rId13" Type="http://schemas.openxmlformats.org/officeDocument/2006/relationships/customXml" Target="../ink/ink16.xml"></Relationship><Relationship Id="rId14" Type="http://schemas.openxmlformats.org/officeDocument/2006/relationships/image" Target="../media/fImage13163335791.emf"></Relationship><Relationship Id="rId15" Type="http://schemas.openxmlformats.org/officeDocument/2006/relationships/customXml" Target="../ink/ink17.xml"></Relationship><Relationship Id="rId16" Type="http://schemas.openxmlformats.org/officeDocument/2006/relationships/image" Target="../media/fImage15163345277.emf"></Relationship><Relationship Id="rId17" Type="http://schemas.openxmlformats.org/officeDocument/2006/relationships/customXml" Target="../ink/ink18.xml"></Relationship><Relationship Id="rId18" Type="http://schemas.openxmlformats.org/officeDocument/2006/relationships/image" Target="../media/fImage8363356278.emf"></Relationship><Relationship Id="rId19" Type="http://schemas.openxmlformats.org/officeDocument/2006/relationships/customXml" Target="../ink/ink19.xml"></Relationship><Relationship Id="rId20" Type="http://schemas.openxmlformats.org/officeDocument/2006/relationships/image" Target="../media/fImage16763366322.emf"></Relationship><Relationship Id="rId21" Type="http://schemas.openxmlformats.org/officeDocument/2006/relationships/customXml" Target="../ink/ink20.xml"></Relationship><Relationship Id="rId22" Type="http://schemas.openxmlformats.org/officeDocument/2006/relationships/image" Target="../media/fImage876337143.emf"></Relationship><Relationship Id="rId23" Type="http://schemas.openxmlformats.org/officeDocument/2006/relationships/customXml" Target="../ink/ink21.xml"></Relationship><Relationship Id="rId24" Type="http://schemas.openxmlformats.org/officeDocument/2006/relationships/image" Target="../media/fImage12763382789.emf"></Relationship><Relationship Id="rId25" Type="http://schemas.openxmlformats.org/officeDocument/2006/relationships/customXml" Target="../ink/ink22.xml"></Relationship><Relationship Id="rId26" Type="http://schemas.openxmlformats.org/officeDocument/2006/relationships/image" Target="../media/fImage7963393161.emf"></Relationship><Relationship Id="rId27" Type="http://schemas.openxmlformats.org/officeDocument/2006/relationships/customXml" Target="../ink/ink23.xml"></Relationship><Relationship Id="rId28" Type="http://schemas.openxmlformats.org/officeDocument/2006/relationships/image" Target="../media/fImage10363409347.emf"></Relationship><Relationship Id="rId29" Type="http://schemas.openxmlformats.org/officeDocument/2006/relationships/customXml" Target="../ink/ink24.xml"></Relationship><Relationship Id="rId30" Type="http://schemas.openxmlformats.org/officeDocument/2006/relationships/image" Target="../media/fImage11563414732.emf"></Relationship><Relationship Id="rId31" Type="http://schemas.openxmlformats.org/officeDocument/2006/relationships/customXml" Target="../ink/ink25.xml"></Relationship><Relationship Id="rId32" Type="http://schemas.openxmlformats.org/officeDocument/2006/relationships/image" Target="../media/fImage9163422842.emf"></Relationship><Relationship Id="rId33" Type="http://schemas.openxmlformats.org/officeDocument/2006/relationships/customXml" Target="../ink/ink26.xml"></Relationship><Relationship Id="rId34" Type="http://schemas.openxmlformats.org/officeDocument/2006/relationships/image" Target="../media/fImage10363436215.emf"></Relationship><Relationship Id="rId35" Type="http://schemas.openxmlformats.org/officeDocument/2006/relationships/customXml" Target="../ink/ink27.xml"></Relationship><Relationship Id="rId36" Type="http://schemas.openxmlformats.org/officeDocument/2006/relationships/image" Target="../media/fImage5963443343.emf"></Relationship><Relationship Id="rId37" Type="http://schemas.openxmlformats.org/officeDocument/2006/relationships/customXml" Target="../ink/ink28.xml"></Relationship><Relationship Id="rId38" Type="http://schemas.openxmlformats.org/officeDocument/2006/relationships/image" Target="../media/fImage9963452728.emf"></Relationship><Relationship Id="rId39" Type="http://schemas.openxmlformats.org/officeDocument/2006/relationships/customXml" Target="../ink/ink29.xml"></Relationship><Relationship Id="rId40" Type="http://schemas.openxmlformats.org/officeDocument/2006/relationships/image" Target="../media/fImage7963461874.emf"></Relationship><Relationship Id="rId41" Type="http://schemas.openxmlformats.org/officeDocument/2006/relationships/customXml" Target="../ink/ink30.xml"></Relationship><Relationship Id="rId42" Type="http://schemas.openxmlformats.org/officeDocument/2006/relationships/image" Target="../media/fImage15163476282.emf"></Relationship><Relationship Id="rId43" Type="http://schemas.openxmlformats.org/officeDocument/2006/relationships/customXml" Target="../ink/ink31.xml"></Relationship><Relationship Id="rId44" Type="http://schemas.openxmlformats.org/officeDocument/2006/relationships/image" Target="../media/fImage836348140.emf"></Relationship></Relationships>
</file>

<file path=ppt/slides/_rels/slide3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customXml" Target="../ink/ink32.xml"></Relationship><Relationship Id="rId3" Type="http://schemas.openxmlformats.org/officeDocument/2006/relationships/image" Target="../media/fImage4443495900.emf"></Relationship></Relationships>
</file>

<file path=ppt/slides/_rels/slide3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898263502396.png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ctrTitle"/>
          </p:nvPr>
        </p:nvSpPr>
        <p:spPr>
          <a:xfrm rot="0">
            <a:off x="1524000" y="1122680"/>
            <a:ext cx="9145270" cy="2388870"/>
          </a:xfrm>
          <a:prstGeom prst="rect"/>
        </p:spPr>
        <p:txBody>
          <a:bodyPr wrap="square" lIns="91440" tIns="45720" rIns="91440" bIns="45720" numCol="1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 lang="ko-KR" altLang="en-US">
                <a:latin typeface="나눔바른고딕" charset="0"/>
                <a:ea typeface="나눔바른고딕" charset="0"/>
              </a:rPr>
              <a:t>응용</a:t>
            </a:r>
            <a:r>
              <a:rPr lang="ko-KR" altLang="en-US">
                <a:latin typeface="나눔바른고딕" charset="0"/>
                <a:ea typeface="나눔바른고딕" charset="0"/>
              </a:rPr>
              <a:t> </a:t>
            </a:r>
            <a:r>
              <a:rPr lang="ko-KR" altLang="en-US">
                <a:latin typeface="나눔바른고딕" charset="0"/>
                <a:ea typeface="나눔바른고딕" charset="0"/>
              </a:rPr>
              <a:t>계층</a:t>
            </a:r>
            <a:endParaRPr lang="ko-KR" altLang="en-US">
              <a:latin typeface="나눔바른고딕" charset="0"/>
              <a:ea typeface="나눔바른고딕" charset="0"/>
            </a:endParaRPr>
          </a:p>
        </p:txBody>
      </p:sp>
      <p:sp>
        <p:nvSpPr>
          <p:cNvPr id="3" name="부제목 2"/>
          <p:cNvSpPr txBox="1">
            <a:spLocks noGrp="1"/>
          </p:cNvSpPr>
          <p:nvPr>
            <p:ph type="subTitle" idx="1"/>
          </p:nvPr>
        </p:nvSpPr>
        <p:spPr>
          <a:xfrm rot="0">
            <a:off x="1524000" y="3602355"/>
            <a:ext cx="9145270" cy="1656715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 lang="ko-KR" altLang="en-US"/>
              <a:t>5-2</a:t>
            </a:r>
            <a:r>
              <a:rPr lang="ko-KR" altLang="en-US"/>
              <a:t> </a:t>
            </a:r>
            <a:r>
              <a:rPr lang="ko-KR" altLang="en-US"/>
              <a:t>HTTP 메서드</a:t>
            </a:r>
            <a:endParaRPr lang="ko-KR" altLang="en-US"/>
          </a:p>
          <a:p>
            <a:pPr marL="0" indent="0">
              <a:buFontTx/>
              <a:buNone/>
            </a:pPr>
            <a:r>
              <a:rPr lang="ko-KR" altLang="en-US"/>
              <a:t>5</a:t>
            </a:r>
            <a:r>
              <a:rPr lang="ko-KR" altLang="en-US"/>
              <a:t>-</a:t>
            </a:r>
            <a:r>
              <a:rPr lang="ko-KR" altLang="en-US"/>
              <a:t>3</a:t>
            </a:r>
            <a:r>
              <a:rPr lang="ko-KR" altLang="en-US"/>
              <a:t> </a:t>
            </a:r>
            <a:r>
              <a:rPr lang="ko-KR" altLang="en-US"/>
              <a:t>HTTP 헤더와 HTTP 기반 기술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20316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6870" cy="1327150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>
              <a:buFontTx/>
              <a:buNone/>
            </a:pPr>
            <a:r>
              <a:rPr lang="ko-KR" altLang="en-US"/>
              <a:t>HTTP 메서드 종류</a:t>
            </a:r>
            <a:endParaRPr lang="ko-KR" altLang="en-US"/>
          </a:p>
        </p:txBody>
      </p:sp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>
            <a:off x="838200" y="1825625"/>
            <a:ext cx="10516870" cy="4352925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 typeface="Arial"/>
              <a:buChar char="•"/>
            </a:pPr>
            <a:endParaRPr lang="ko-KR" altLang="en-US"/>
          </a:p>
        </p:txBody>
      </p:sp>
      <p:pic>
        <p:nvPicPr>
          <p:cNvPr id="5" name="그림 1" descr="/temp/fImage1507642002482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940435" y="1697355"/>
            <a:ext cx="7666355" cy="4495800"/>
          </a:xfrm>
          <a:prstGeom prst="rect"/>
          <a:noFill/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잉크 2"/>
              <p14:cNvContentPartPr/>
              <p14:nvPr/>
            </p14:nvContentPartPr>
            <p14:xfrm>
              <a:off x="596900" y="1712595"/>
              <a:ext cx="6746240" cy="3122295"/>
            </p14:xfrm>
          </p:contentPart>
        </mc:Choice>
        <mc:Fallback>
          <p:pic>
            <p:nvPicPr>
              <p:cNvPr id="6" name="잉크 2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96900" y="1712595"/>
                <a:ext cx="6746240" cy="3122295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870" cy="1327150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 algn="l" defTabSz="91440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ko-KR" altLang="en-US" sz="4400">
                <a:latin typeface="나눔바른고딕" charset="0"/>
                <a:ea typeface="나눔바른고딕" charset="0"/>
                <a:cs typeface="+mj-cs"/>
              </a:rPr>
              <a:t>GET - 가져다 주</a:t>
            </a:r>
            <a:r>
              <a:rPr lang="ko-KR" altLang="en-US"/>
              <a:t>세요</a:t>
            </a:r>
            <a:endParaRPr lang="ko-KR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잉크 3"/>
              <p14:cNvContentPartPr/>
              <p14:nvPr/>
            </p14:nvContentPartPr>
            <p14:xfrm>
              <a:off x="2162175" y="812800"/>
              <a:ext cx="8890" cy="8890"/>
            </p14:xfrm>
          </p:contentPart>
        </mc:Choice>
        <mc:Fallback>
          <p:pic>
            <p:nvPicPr>
              <p:cNvPr id="4" name="잉크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62175" y="812800"/>
                <a:ext cx="8890" cy="8890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그림 4" descr="/temp/fImage611782641014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717040" y="3340100"/>
            <a:ext cx="8411845" cy="1840864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870" cy="1327150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lang="ko-KR" altLang="en-US" sz="4400">
                <a:latin typeface="나눔바른고딕" charset="0"/>
                <a:ea typeface="나눔바른고딕" charset="0"/>
                <a:cs typeface="+mj-cs"/>
              </a:rPr>
              <a:t>HEAD - 헤더만 가져다주세요</a:t>
            </a:r>
            <a:endParaRPr lang="ko-KR" altLang="en-US" sz="4400">
              <a:latin typeface="나눔바른고딕" charset="0"/>
              <a:ea typeface="나눔바른고딕" charset="0"/>
              <a:cs typeface="+mj-cs"/>
            </a:endParaRPr>
          </a:p>
        </p:txBody>
      </p:sp>
      <p:pic>
        <p:nvPicPr>
          <p:cNvPr id="4" name="그림 5" descr="/temp/fImage428692655059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084580" y="2488565"/>
            <a:ext cx="3277235" cy="1448435"/>
          </a:xfrm>
          <a:prstGeom prst="rect"/>
          <a:noFill/>
        </p:spPr>
      </p:pic>
      <p:pic>
        <p:nvPicPr>
          <p:cNvPr id="5" name="그림 6" descr="/temp/fImage322842661656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7444105" y="2489835"/>
            <a:ext cx="3342005" cy="1463675"/>
          </a:xfrm>
          <a:prstGeom prst="rect"/>
          <a:noFill/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잉크 15"/>
              <p14:cNvContentPartPr/>
              <p14:nvPr/>
            </p14:nvContentPartPr>
            <p14:xfrm>
              <a:off x="4938395" y="3208655"/>
              <a:ext cx="2127885" cy="0"/>
            </p14:xfrm>
          </p:contentPart>
        </mc:Choice>
        <mc:Fallback>
          <p:pic>
            <p:nvPicPr>
              <p:cNvPr id="6" name="잉크 15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938395" y="3208655"/>
                <a:ext cx="2127885" cy="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잉크 16"/>
              <p14:cNvContentPartPr/>
              <p14:nvPr/>
            </p14:nvContentPartPr>
            <p14:xfrm>
              <a:off x="6261735" y="3001010"/>
              <a:ext cx="701040" cy="424180"/>
            </p14:xfrm>
          </p:contentPart>
        </mc:Choice>
        <mc:Fallback>
          <p:pic>
            <p:nvPicPr>
              <p:cNvPr id="7" name="잉크 16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261735" y="3001010"/>
                <a:ext cx="701040" cy="4241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870" cy="1327150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lang="ko-KR" altLang="en-US" sz="4400">
                <a:latin typeface="나눔바른고딕" charset="0"/>
                <a:ea typeface="나눔바른고딕" charset="0"/>
                <a:cs typeface="+mj-cs"/>
              </a:rPr>
              <a:t>POST - 처리해 주세요</a:t>
            </a:r>
            <a:endParaRPr lang="ko-KR" altLang="en-US" sz="4400">
              <a:latin typeface="나눔바른고딕" charset="0"/>
              <a:ea typeface="나눔바른고딕" charset="0"/>
              <a:cs typeface="+mj-cs"/>
            </a:endParaRPr>
          </a:p>
        </p:txBody>
      </p:sp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38200" y="1825625"/>
            <a:ext cx="10516870" cy="4352925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 typeface="Arial"/>
              <a:buChar char="•"/>
            </a:pPr>
            <a:r>
              <a:rPr lang="ko-KR" altLang="en-US" sz="2800">
                <a:latin typeface="나눔바른고딕" charset="0"/>
                <a:ea typeface="나눔바른고딕" charset="0"/>
                <a:cs typeface="+mn-cs"/>
              </a:rPr>
              <a:t>특정 작업을 처리하도록 요청하는 메서드</a:t>
            </a: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  <a:p>
            <a:pPr marL="228600" indent="-228600">
              <a:buFont typeface="Arial"/>
              <a:buChar char="•"/>
            </a:pPr>
            <a:r>
              <a:rPr lang="ko-KR" altLang="en-US" sz="2800">
                <a:latin typeface="나눔바른고딕" charset="0"/>
                <a:ea typeface="나눔바른고딕" charset="0"/>
                <a:cs typeface="+mn-cs"/>
              </a:rPr>
              <a:t>처리 대상은 메시지 본문으로 명시</a:t>
            </a: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  <a:p>
            <a:pPr marL="228600" indent="-228600">
              <a:buFont typeface="Arial"/>
              <a:buChar char="•"/>
            </a:pPr>
            <a:r>
              <a:rPr lang="ko-KR" altLang="en-US" sz="2800">
                <a:latin typeface="나눔바른고딕" charset="0"/>
                <a:ea typeface="나눔바른고딕" charset="0"/>
                <a:cs typeface="+mn-cs"/>
              </a:rPr>
              <a:t>자원을 생성하고자 할 때 사용</a:t>
            </a: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</p:txBody>
      </p:sp>
      <p:pic>
        <p:nvPicPr>
          <p:cNvPr id="4" name="그림 7" descr="/temp/fImage14593826777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960754" y="3562985"/>
            <a:ext cx="5137785" cy="2908300"/>
          </a:xfrm>
          <a:prstGeom prst="rect"/>
          <a:noFill/>
        </p:spPr>
      </p:pic>
      <p:pic>
        <p:nvPicPr>
          <p:cNvPr id="5" name="그림 8" descr="/temp/fImage755682684242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7226300" y="2743835"/>
            <a:ext cx="3534410" cy="3429635"/>
          </a:xfrm>
          <a:prstGeom prst="rect"/>
          <a:noFill/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잉크 9"/>
              <p14:cNvContentPartPr/>
              <p14:nvPr/>
            </p14:nvContentPartPr>
            <p14:xfrm>
              <a:off x="6979920" y="4073524"/>
              <a:ext cx="2223135" cy="501650"/>
            </p14:xfrm>
          </p:contentPart>
        </mc:Choice>
        <mc:Fallback>
          <p:pic>
            <p:nvPicPr>
              <p:cNvPr id="6" name="잉크 9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979920" y="4073524"/>
                <a:ext cx="2223135" cy="50165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870" cy="1327150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lang="ko-KR" altLang="en-US" sz="4400">
                <a:latin typeface="나눔바른고딕" charset="0"/>
                <a:ea typeface="나눔바른고딕" charset="0"/>
                <a:cs typeface="+mj-cs"/>
              </a:rPr>
              <a:t>PUT - 덮어써 주세요</a:t>
            </a:r>
            <a:endParaRPr lang="ko-KR" altLang="en-US" sz="4400">
              <a:latin typeface="나눔바른고딕" charset="0"/>
              <a:ea typeface="나눔바른고딕" charset="0"/>
              <a:cs typeface="+mj-cs"/>
            </a:endParaRPr>
          </a:p>
        </p:txBody>
      </p:sp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38200" y="1825625"/>
            <a:ext cx="10516870" cy="4352925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 typeface="Arial"/>
              <a:buChar char="•"/>
            </a:pPr>
            <a:r>
              <a:rPr lang="ko-KR" altLang="en-US" sz="2800">
                <a:latin typeface="나눔바른고딕" charset="0"/>
                <a:ea typeface="나눔바른고딕" charset="0"/>
                <a:cs typeface="+mn-cs"/>
              </a:rPr>
              <a:t>메시지 본문으로 자원을 새롭게 생성</a:t>
            </a: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</p:txBody>
      </p:sp>
      <p:pic>
        <p:nvPicPr>
          <p:cNvPr id="4" name="그림 10" descr="/temp/fImage917732706758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902970" y="2647950"/>
            <a:ext cx="6096635" cy="3258185"/>
          </a:xfrm>
          <a:prstGeom prst="rect"/>
          <a:noFill/>
        </p:spPr>
      </p:pic>
      <p:pic>
        <p:nvPicPr>
          <p:cNvPr id="5" name="그림 11" descr="/temp/fImage308662713281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7868285" y="3275965"/>
            <a:ext cx="3877945" cy="1784350"/>
          </a:xfrm>
          <a:prstGeom prst="rect"/>
          <a:noFill/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잉크 13"/>
              <p14:cNvContentPartPr/>
              <p14:nvPr/>
            </p14:nvContentPartPr>
            <p14:xfrm>
              <a:off x="7196455" y="3450590"/>
              <a:ext cx="544830" cy="372110"/>
            </p14:xfrm>
          </p:contentPart>
        </mc:Choice>
        <mc:Fallback>
          <p:pic>
            <p:nvPicPr>
              <p:cNvPr id="6" name="잉크 13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96455" y="3450590"/>
                <a:ext cx="544830" cy="3721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잉크 14"/>
              <p14:cNvContentPartPr/>
              <p14:nvPr/>
            </p14:nvContentPartPr>
            <p14:xfrm>
              <a:off x="7585075" y="3684270"/>
              <a:ext cx="173355" cy="216535"/>
            </p14:xfrm>
          </p:contentPart>
        </mc:Choice>
        <mc:Fallback>
          <p:pic>
            <p:nvPicPr>
              <p:cNvPr id="7" name="잉크 14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585075" y="3684270"/>
                <a:ext cx="173355" cy="216535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870" cy="1327150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lang="ko-KR" altLang="en-US" sz="4400">
                <a:latin typeface="나눔바른고딕" charset="0"/>
                <a:ea typeface="나눔바른고딕" charset="0"/>
                <a:cs typeface="+mj-cs"/>
              </a:rPr>
              <a:t>PATCH - 일부 수정해주세요</a:t>
            </a:r>
            <a:endParaRPr lang="ko-KR" altLang="en-US" sz="4400">
              <a:latin typeface="나눔바른고딕" charset="0"/>
              <a:ea typeface="나눔바른고딕" charset="0"/>
              <a:cs typeface="+mj-cs"/>
            </a:endParaRPr>
          </a:p>
        </p:txBody>
      </p:sp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38200" y="1825625"/>
            <a:ext cx="10516870" cy="4352925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 typeface="Arial"/>
              <a:buChar char="•"/>
            </a:pP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</p:txBody>
      </p:sp>
      <p:pic>
        <p:nvPicPr>
          <p:cNvPr id="4" name="그림 17" descr="/temp/fImage917732774858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902970" y="2647950"/>
            <a:ext cx="6096635" cy="3258185"/>
          </a:xfrm>
          <a:prstGeom prst="rect"/>
          <a:noFill/>
        </p:spPr>
      </p:pic>
      <p:pic>
        <p:nvPicPr>
          <p:cNvPr id="5" name="그림 18" descr="/temp/fImage601262787255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7496810" y="3159125"/>
            <a:ext cx="3858259" cy="1734185"/>
          </a:xfrm>
          <a:prstGeom prst="rect"/>
          <a:noFill/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잉크 19"/>
              <p14:cNvContentPartPr/>
              <p14:nvPr/>
            </p14:nvContentPartPr>
            <p14:xfrm>
              <a:off x="6927850" y="3355975"/>
              <a:ext cx="441325" cy="138430"/>
            </p14:xfrm>
          </p:contentPart>
        </mc:Choice>
        <mc:Fallback>
          <p:pic>
            <p:nvPicPr>
              <p:cNvPr id="6" name="잉크 19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927850" y="3355975"/>
                <a:ext cx="441325" cy="1384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잉크 20"/>
              <p14:cNvContentPartPr/>
              <p14:nvPr/>
            </p14:nvContentPartPr>
            <p14:xfrm>
              <a:off x="7299960" y="3355975"/>
              <a:ext cx="129540" cy="163830"/>
            </p14:xfrm>
          </p:contentPart>
        </mc:Choice>
        <mc:Fallback>
          <p:pic>
            <p:nvPicPr>
              <p:cNvPr id="7" name="잉크 20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299960" y="3355975"/>
                <a:ext cx="129540" cy="16383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870" cy="1327150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lang="ko-KR" altLang="en-US" sz="4400">
                <a:latin typeface="나눔바른고딕" charset="0"/>
                <a:ea typeface="나눔바른고딕" charset="0"/>
                <a:cs typeface="+mj-cs"/>
              </a:rPr>
              <a:t>DELETE - 삭제해 주세요</a:t>
            </a:r>
            <a:endParaRPr lang="ko-KR" altLang="en-US" sz="4400">
              <a:latin typeface="나눔바른고딕" charset="0"/>
              <a:ea typeface="나눔바른고딕" charset="0"/>
              <a:cs typeface="+mj-cs"/>
            </a:endParaRPr>
          </a:p>
        </p:txBody>
      </p:sp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38200" y="1825625"/>
            <a:ext cx="10516870" cy="4352925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 typeface="Arial"/>
              <a:buChar char="•"/>
            </a:pP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잉크 21"/>
              <p14:cNvContentPartPr/>
              <p14:nvPr/>
            </p14:nvContentPartPr>
            <p14:xfrm>
              <a:off x="-267970" y="3295015"/>
              <a:ext cx="8255" cy="8890"/>
            </p14:xfrm>
          </p:contentPart>
        </mc:Choice>
        <mc:Fallback>
          <p:pic>
            <p:nvPicPr>
              <p:cNvPr id="4" name="잉크 2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267970" y="3295015"/>
                <a:ext cx="8255" cy="8890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그림 22" descr="/temp/fImage272652826306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3591560" y="3150235"/>
            <a:ext cx="5015230" cy="169354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870" cy="1327150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lang="ko-KR" altLang="en-US" sz="4400">
                <a:latin typeface="나눔바른고딕" charset="0"/>
                <a:ea typeface="나눔바른고딕" charset="0"/>
                <a:cs typeface="+mj-cs"/>
              </a:rPr>
              <a:t>HTTP 상태 코드</a:t>
            </a:r>
            <a:endParaRPr lang="ko-KR" altLang="en-US" sz="4400">
              <a:latin typeface="나눔바른고딕" charset="0"/>
              <a:ea typeface="나눔바른고딕" charset="0"/>
              <a:cs typeface="+mj-cs"/>
            </a:endParaRPr>
          </a:p>
        </p:txBody>
      </p:sp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1045845" y="1825625"/>
            <a:ext cx="10516870" cy="4352925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 typeface="Arial"/>
              <a:buChar char="•"/>
            </a:pP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</p:txBody>
      </p:sp>
      <p:pic>
        <p:nvPicPr>
          <p:cNvPr id="4" name="그림 24" descr="/temp/fImage1058372847262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2374900" y="2035809"/>
            <a:ext cx="6915150" cy="343979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870" cy="1327150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lang="ko-KR" altLang="en-US" sz="4400">
                <a:latin typeface="나눔바른고딕" charset="0"/>
                <a:ea typeface="나눔바른고딕" charset="0"/>
                <a:cs typeface="+mj-cs"/>
              </a:rPr>
              <a:t>200 번대 - 성공 상태 코드</a:t>
            </a:r>
            <a:endParaRPr lang="ko-KR" altLang="en-US" sz="4400">
              <a:latin typeface="나눔바른고딕" charset="0"/>
              <a:ea typeface="나눔바른고딕" charset="0"/>
              <a:cs typeface="+mj-cs"/>
            </a:endParaRPr>
          </a:p>
        </p:txBody>
      </p:sp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38200" y="1825625"/>
            <a:ext cx="10516870" cy="4352925"/>
          </a:xfrm>
          <a:prstGeom prst="rect"/>
        </p:spPr>
        <p:txBody>
          <a:bodyPr wrap="square" lIns="91440" tIns="45720" rIns="91440" bIns="45720" numCol="1" vert="horz" anchor="t">
            <a:normAutofit fontScale="92500" lnSpcReduction="0"/>
          </a:bodyPr>
          <a:lstStyle/>
          <a:p>
            <a:pPr marL="228600" indent="-228600">
              <a:buFontTx/>
              <a:buNone/>
            </a:pPr>
            <a:r>
              <a:rPr/>
              <a:t>200 </a:t>
            </a:r>
            <a:r>
              <a:rPr/>
              <a:t>(</a:t>
            </a:r>
            <a:r>
              <a:rPr/>
              <a:t>OK</a:t>
            </a:r>
            <a:r>
              <a:rPr/>
              <a:t>)</a:t>
            </a:r>
            <a:r>
              <a:rPr/>
              <a:t> 요청이 성공했음</a:t>
            </a:r>
            <a:endParaRPr lang="ko-KR" altLang="en-US"/>
          </a:p>
          <a:p>
            <a:pPr marL="228600" indent="-228600">
              <a:buFontTx/>
              <a:buNone/>
            </a:pPr>
            <a:endParaRPr lang="ko-KR" altLang="en-US"/>
          </a:p>
          <a:p>
            <a:pPr marL="228600" indent="-228600"/>
            <a:r>
              <a:rPr/>
              <a:t>201 </a:t>
            </a:r>
            <a:r>
              <a:rPr/>
              <a:t>(</a:t>
            </a:r>
            <a:r>
              <a:rPr/>
              <a:t>Created</a:t>
            </a:r>
            <a:r>
              <a:rPr/>
              <a:t>)</a:t>
            </a:r>
            <a:r>
              <a:rPr/>
              <a:t> 요청이 성공했으며, 새로운 자원이 생성되었음</a:t>
            </a:r>
            <a:endParaRPr lang="ko-KR" altLang="en-US"/>
          </a:p>
          <a:p>
            <a:pPr marL="228600" indent="-228600">
              <a:buFont typeface="나눔바른고딕"/>
              <a:buChar char="•"/>
            </a:pPr>
            <a:r>
              <a:rPr/>
              <a:t>Location 헤더를 통해 생성된 자원의 위치를 명시</a:t>
            </a:r>
            <a:endParaRPr lang="ko-KR" altLang="en-US"/>
          </a:p>
          <a:p>
            <a:pPr marL="0" indent="0">
              <a:buFontTx/>
              <a:buNone/>
            </a:pPr>
            <a:endParaRPr lang="ko-KR" altLang="en-US"/>
          </a:p>
          <a:p>
            <a:pPr marL="228600" indent="-228600"/>
            <a:r>
              <a:rPr/>
              <a:t>202 </a:t>
            </a:r>
            <a:r>
              <a:rPr/>
              <a:t>(</a:t>
            </a:r>
            <a:r>
              <a:rPr/>
              <a:t>Accepted</a:t>
            </a:r>
            <a:r>
              <a:rPr/>
              <a:t>)</a:t>
            </a:r>
            <a:r>
              <a:rPr/>
              <a:t> 요청을 잘 받았으나, 아직 요청한 작업을 끝내지 않았음</a:t>
            </a:r>
            <a:endParaRPr lang="ko-KR" altLang="en-US"/>
          </a:p>
          <a:p>
            <a:pPr marL="228600" indent="-228600">
              <a:buFont typeface="Arial"/>
              <a:buChar char="•"/>
            </a:pPr>
            <a:endParaRPr lang="ko-KR" altLang="en-US"/>
          </a:p>
          <a:p>
            <a:pPr marL="228600" indent="-228600"/>
            <a:r>
              <a:rPr/>
              <a:t>204 </a:t>
            </a:r>
            <a:r>
              <a:rPr/>
              <a:t>(</a:t>
            </a:r>
            <a:r>
              <a:rPr/>
              <a:t>No Content</a:t>
            </a:r>
            <a:r>
              <a:rPr/>
              <a:t>)</a:t>
            </a:r>
            <a:r>
              <a:rPr/>
              <a:t> 요청이 성공했지만, 메시지 본문으로 표시할 데이터가 없음</a:t>
            </a: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870" cy="1327150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lang="ko-KR" altLang="en-US" sz="4400">
                <a:latin typeface="나눔바른고딕" charset="0"/>
                <a:ea typeface="나눔바른고딕" charset="0"/>
                <a:cs typeface="+mj-cs"/>
              </a:rPr>
              <a:t>300 번대 - 리다이렉션 상태 코드</a:t>
            </a:r>
            <a:endParaRPr lang="ko-KR" altLang="en-US" sz="4400">
              <a:latin typeface="나눔바른고딕" charset="0"/>
              <a:ea typeface="나눔바른고딕" charset="0"/>
              <a:cs typeface="+mj-cs"/>
            </a:endParaRPr>
          </a:p>
        </p:txBody>
      </p:sp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38200" y="1488440"/>
            <a:ext cx="10516870" cy="4352925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 typeface="Arial"/>
              <a:buChar char="•"/>
            </a:pPr>
            <a:r>
              <a:rPr lang="ko-KR" altLang="en-US" sz="2800">
                <a:latin typeface="나눔바른고딕" charset="0"/>
                <a:ea typeface="나눔바른고딕" charset="0"/>
                <a:cs typeface="+mn-cs"/>
              </a:rPr>
              <a:t>리다이렉션?</a:t>
            </a: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  <a:p>
            <a:pPr marL="685800" indent="-228600" lvl="1">
              <a:buFont typeface="Arial"/>
              <a:buChar char="•"/>
            </a:pPr>
            <a:r>
              <a:rPr/>
              <a:t>요청을 완수하기 위해 추가적인 조치가 필요한 상태</a:t>
            </a:r>
            <a:endParaRPr lang="ko-KR" altLang="en-US"/>
          </a:p>
          <a:p>
            <a:pPr marL="685800" indent="-228600" lvl="1">
              <a:buFont typeface="나눔바른고딕"/>
              <a:buChar char="•"/>
            </a:pPr>
            <a:r>
              <a:rPr/>
              <a:t>클라이언트가 요청한 자원이 다른 곳에 있을 때, 클라이언트의 요청을 다른 곳으로 이동시키는 것</a:t>
            </a:r>
            <a:endParaRPr lang="ko-KR" altLang="en-US"/>
          </a:p>
          <a:p>
            <a:pPr marL="0" indent="0">
              <a:buFontTx/>
              <a:buNone/>
            </a:pP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  <a:p>
            <a:pPr marL="0" indent="0">
              <a:buFontTx/>
              <a:buNone/>
            </a:pPr>
            <a:r>
              <a:rPr lang="ko-KR" altLang="en-US" sz="2800">
                <a:latin typeface="나눔바른고딕" charset="0"/>
                <a:ea typeface="나눔바른고딕" charset="0"/>
                <a:cs typeface="+mn-cs"/>
              </a:rPr>
              <a:t>영구적인 리다이렉션, </a:t>
            </a: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  <a:p>
            <a:pPr marL="0" indent="0">
              <a:buFontTx/>
              <a:buNone/>
            </a:pPr>
            <a:r>
              <a:rPr lang="ko-KR" altLang="en-US" sz="2800">
                <a:latin typeface="나눔바른고딕" charset="0"/>
                <a:ea typeface="나눔바른고딕" charset="0"/>
                <a:cs typeface="+mn-cs"/>
              </a:rPr>
              <a:t>일시적인 리다이렉션</a:t>
            </a: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  <a:p>
            <a:pPr marL="0" indent="0">
              <a:buFontTx/>
              <a:buNone/>
            </a:pPr>
            <a:r>
              <a:rPr lang="ko-KR" altLang="en-US" sz="2800">
                <a:latin typeface="나눔바른고딕" charset="0"/>
                <a:ea typeface="나눔바른고딕" charset="0"/>
                <a:cs typeface="+mn-cs"/>
              </a:rPr>
              <a:t>으로 나뉨</a:t>
            </a: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</p:txBody>
      </p:sp>
      <p:pic>
        <p:nvPicPr>
          <p:cNvPr id="4" name="그림 25" descr="/temp/fImage736452868810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5228590" y="2908300"/>
            <a:ext cx="5039360" cy="342963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870" cy="1327150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lang="ko-KR" altLang="en-US" sz="4400">
                <a:latin typeface="나눔바른고딕" charset="0"/>
                <a:ea typeface="나눔바른고딕" charset="0"/>
                <a:cs typeface="+mj-cs"/>
              </a:rPr>
              <a:t>300 번대 - 영구적인 리다이렉션</a:t>
            </a:r>
            <a:endParaRPr lang="ko-KR" altLang="en-US" sz="4400">
              <a:latin typeface="나눔바른고딕" charset="0"/>
              <a:ea typeface="나눔바른고딕" charset="0"/>
              <a:cs typeface="+mj-cs"/>
            </a:endParaRPr>
          </a:p>
        </p:txBody>
      </p:sp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38200" y="1825625"/>
            <a:ext cx="10516870" cy="4352925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 typeface="Arial"/>
              <a:buChar char="•"/>
            </a:pPr>
            <a:r>
              <a:rPr/>
              <a:t>301 </a:t>
            </a:r>
            <a:r>
              <a:rPr/>
              <a:t>(</a:t>
            </a:r>
            <a:r>
              <a:rPr/>
              <a:t>Moved Permanently</a:t>
            </a:r>
            <a:r>
              <a:rPr/>
              <a:t>)</a:t>
            </a:r>
            <a:r>
              <a:rPr/>
              <a:t> 재요청 메서드 변경될 수 있음</a:t>
            </a:r>
            <a:endParaRPr lang="ko-KR" altLang="en-US"/>
          </a:p>
          <a:p>
            <a:pPr marL="228600" indent="-228600">
              <a:buFont typeface="나눔바른고딕"/>
              <a:buChar char="•"/>
            </a:pPr>
            <a:r>
              <a:rPr/>
              <a:t>308 </a:t>
            </a:r>
            <a:r>
              <a:rPr/>
              <a:t>(</a:t>
            </a:r>
            <a:r>
              <a:rPr/>
              <a:t>Permanent Redirect</a:t>
            </a:r>
            <a:r>
              <a:rPr/>
              <a:t>)</a:t>
            </a:r>
            <a:r>
              <a:rPr/>
              <a:t> 재요청 메서드 변경될 수 없음</a:t>
            </a:r>
            <a:endParaRPr lang="ko-KR" altLang="en-US"/>
          </a:p>
          <a:p>
            <a:pPr marL="228600" indent="-228600">
              <a:buFont typeface="나눔바른고딕"/>
              <a:buChar char="•"/>
            </a:pP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</p:txBody>
      </p:sp>
      <p:pic>
        <p:nvPicPr>
          <p:cNvPr id="4" name="그림 26" descr="/temp/fImage632452878638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018540" y="2925445"/>
            <a:ext cx="4896485" cy="3429635"/>
          </a:xfrm>
          <a:prstGeom prst="rect"/>
          <a:noFill/>
        </p:spPr>
      </p:pic>
      <p:pic>
        <p:nvPicPr>
          <p:cNvPr id="5" name="그림 27" descr="/temp/fImage64977288752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6249035" y="2925445"/>
            <a:ext cx="4953635" cy="342963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870" cy="1327150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 algn="l" defTabSz="91440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ko-KR" altLang="en-US" sz="4400">
                <a:latin typeface="나눔바른고딕" charset="0"/>
                <a:ea typeface="나눔바른고딕" charset="0"/>
                <a:cs typeface="+mj-cs"/>
              </a:rPr>
              <a:t>300 번대 - 일시적인 리다이렉션</a:t>
            </a:r>
            <a:endParaRPr lang="ko-KR" altLang="en-US" sz="4400">
              <a:latin typeface="나눔바른고딕" charset="0"/>
              <a:ea typeface="나눔바른고딕" charset="0"/>
              <a:cs typeface="+mj-cs"/>
            </a:endParaRPr>
          </a:p>
        </p:txBody>
      </p:sp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38200" y="1825625"/>
            <a:ext cx="10516870" cy="4352925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 typeface="Arial"/>
              <a:buChar char="•"/>
            </a:pPr>
            <a:r>
              <a:rPr/>
              <a:t>302 </a:t>
            </a:r>
            <a:r>
              <a:rPr/>
              <a:t>(</a:t>
            </a:r>
            <a:r>
              <a:rPr/>
              <a:t>Found</a:t>
            </a:r>
            <a:r>
              <a:rPr/>
              <a:t>)</a:t>
            </a:r>
            <a:r>
              <a:rPr/>
              <a:t> 재요청 메서드 변경될 수 있음</a:t>
            </a:r>
            <a:endParaRPr lang="ko-KR" altLang="en-US"/>
          </a:p>
          <a:p>
            <a:pPr marL="228600" indent="-228600">
              <a:buFont typeface="나눔바른고딕"/>
              <a:buChar char="•"/>
            </a:pPr>
            <a:r>
              <a:rPr/>
              <a:t>303 </a:t>
            </a:r>
            <a:r>
              <a:rPr/>
              <a:t>(</a:t>
            </a:r>
            <a:r>
              <a:rPr/>
              <a:t>See Other</a:t>
            </a:r>
            <a:r>
              <a:rPr/>
              <a:t>)</a:t>
            </a:r>
            <a:r>
              <a:rPr/>
              <a:t> 재요청 메서드 GET으로 변경</a:t>
            </a:r>
            <a:endParaRPr lang="ko-KR" altLang="en-US"/>
          </a:p>
          <a:p>
            <a:pPr marL="228600" indent="-228600">
              <a:buFont typeface="나눔바른고딕"/>
              <a:buChar char="•"/>
            </a:pPr>
            <a:r>
              <a:rPr/>
              <a:t>307 </a:t>
            </a:r>
            <a:r>
              <a:rPr/>
              <a:t>(</a:t>
            </a:r>
            <a:r>
              <a:rPr/>
              <a:t>Temporary Redirect</a:t>
            </a:r>
            <a:r>
              <a:rPr/>
              <a:t>)</a:t>
            </a:r>
            <a:r>
              <a:rPr/>
              <a:t> 재요청 메서드 변경될 수 있음</a:t>
            </a:r>
            <a:endParaRPr lang="ko-KR" altLang="en-US"/>
          </a:p>
          <a:p>
            <a:pPr marL="228600" indent="-228600">
              <a:buFont typeface="나눔바른고딕"/>
              <a:buChar char="•"/>
            </a:pP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870" cy="1327150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lang="ko-KR" altLang="en-US" sz="4400">
                <a:latin typeface="나눔바른고딕" charset="0"/>
                <a:ea typeface="나눔바른고딕" charset="0"/>
                <a:cs typeface="+mj-cs"/>
              </a:rPr>
              <a:t>300 번대 - Not Modified</a:t>
            </a:r>
            <a:endParaRPr lang="ko-KR" altLang="en-US" sz="4400">
              <a:latin typeface="나눔바른고딕" charset="0"/>
              <a:ea typeface="나눔바른고딕" charset="0"/>
              <a:cs typeface="+mj-cs"/>
            </a:endParaRPr>
          </a:p>
        </p:txBody>
      </p:sp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38200" y="1825625"/>
            <a:ext cx="10516870" cy="4352925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 typeface="Arial"/>
              <a:buChar char="•"/>
            </a:pPr>
            <a:r>
              <a:rPr lang="ko-KR" altLang="en-US" sz="2800">
                <a:latin typeface="나눔바른고딕" charset="0"/>
                <a:ea typeface="나눔바른고딕" charset="0"/>
                <a:cs typeface="+mn-cs"/>
              </a:rPr>
              <a:t>304 (NOT Modified)</a:t>
            </a: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  <a:p>
            <a:pPr marL="685800" indent="-228600" lvl="1">
              <a:buFont typeface="Arial"/>
              <a:buChar char="•"/>
            </a:pPr>
            <a:r>
              <a:rPr lang="ko-KR" altLang="en-US" sz="2800">
                <a:latin typeface="나눔바른고딕" charset="0"/>
                <a:ea typeface="나눔바른고딕" charset="0"/>
                <a:cs typeface="+mn-cs"/>
              </a:rPr>
              <a:t>캐시 관련이라 좀이따</a:t>
            </a: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870" cy="1327150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lang="ko-KR" altLang="en-US" sz="4400">
                <a:latin typeface="나눔바른고딕" charset="0"/>
                <a:ea typeface="나눔바른고딕" charset="0"/>
                <a:cs typeface="+mj-cs"/>
              </a:rPr>
              <a:t>400번대 - 클라이언트 에러 상태 코드</a:t>
            </a:r>
            <a:endParaRPr lang="ko-KR" altLang="en-US" sz="4400">
              <a:latin typeface="나눔바른고딕" charset="0"/>
              <a:ea typeface="나눔바른고딕" charset="0"/>
              <a:cs typeface="+mj-cs"/>
            </a:endParaRPr>
          </a:p>
        </p:txBody>
      </p:sp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1010920" y="1825625"/>
            <a:ext cx="10516870" cy="2553335"/>
          </a:xfrm>
          <a:prstGeom prst="rect"/>
        </p:spPr>
        <p:txBody>
          <a:bodyPr wrap="square" lIns="91440" tIns="45720" rIns="91440" bIns="45720" numCol="1" vert="horz" anchor="t">
            <a:noAutofit/>
          </a:bodyPr>
          <a:lstStyle/>
          <a:p>
            <a:pPr marL="228600" indent="-228600">
              <a:buFontTx/>
              <a:buNone/>
            </a:pPr>
            <a:r>
              <a:rPr sz="2000"/>
              <a:t>400 (Bad Request) 클라이언트 요청이 잘못됨</a:t>
            </a:r>
            <a:endParaRPr lang="ko-KR" altLang="en-US" sz="2000"/>
          </a:p>
          <a:p>
            <a:pPr marL="228600" indent="-228600">
              <a:buFontTx/>
              <a:buNone/>
            </a:pPr>
            <a:endParaRPr lang="ko-KR" altLang="en-US" sz="2000"/>
          </a:p>
          <a:p>
            <a:pPr marL="228600" indent="-228600"/>
            <a:r>
              <a:rPr sz="2000"/>
              <a:t>401 (Unauthorized) 인증 필요 ( 반드시 WWW-Authenticate라는 헤더를 통해 인증 방법 알려주어야 함 )</a:t>
            </a:r>
            <a:endParaRPr lang="ko-KR" altLang="en-US" sz="2000"/>
          </a:p>
          <a:p>
            <a:pPr marL="228600" indent="-228600">
              <a:buFont typeface="Arial"/>
              <a:buChar char="•"/>
            </a:pPr>
            <a:endParaRPr lang="ko-KR" altLang="en-US" sz="2000"/>
          </a:p>
          <a:p>
            <a:pPr marL="228600" indent="-228600"/>
            <a:r>
              <a:rPr sz="2000"/>
              <a:t>403 (Forbidden) 권한이 충분하지 않을 때</a:t>
            </a:r>
            <a:endParaRPr lang="ko-KR" altLang="en-US" sz="2000"/>
          </a:p>
          <a:p>
            <a:pPr marL="228600" indent="-228600">
              <a:buFont typeface="Arial"/>
              <a:buChar char="•"/>
            </a:pPr>
            <a:endParaRPr lang="ko-KR" altLang="en-US" sz="2000"/>
          </a:p>
          <a:p>
            <a:pPr marL="228600" indent="-228600"/>
            <a:r>
              <a:rPr sz="2000"/>
              <a:t>404 (Not Found) 접근하고자 하는 자원이 존재하지 않음 ( 공개되지 않은 자원에 대해 응답하는 경우도 있음 )</a:t>
            </a:r>
            <a:endParaRPr lang="ko-KR" altLang="en-US" sz="2000"/>
          </a:p>
          <a:p>
            <a:pPr marL="228600" indent="-228600">
              <a:buFont typeface="Arial"/>
              <a:buChar char="•"/>
            </a:pPr>
            <a:endParaRPr lang="ko-KR" altLang="en-US" sz="2000"/>
          </a:p>
          <a:p>
            <a:pPr marL="228600" indent="-228600"/>
            <a:r>
              <a:rPr sz="2000"/>
              <a:t>405 (Method Not Allowed) 구현되지 않은 메서드로 요청을 보낼 경우</a:t>
            </a:r>
            <a:endParaRPr lang="ko-KR" altLang="en-US" sz="200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870" cy="1327150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lang="ko-KR" altLang="en-US" sz="4400">
                <a:latin typeface="나눔바른고딕" charset="0"/>
                <a:ea typeface="나눔바른고딕" charset="0"/>
                <a:cs typeface="+mj-cs"/>
              </a:rPr>
              <a:t>500번대 - 서버 에러 상태 코드</a:t>
            </a:r>
            <a:endParaRPr lang="ko-KR" altLang="en-US" sz="4400">
              <a:latin typeface="나눔바른고딕" charset="0"/>
              <a:ea typeface="나눔바른고딕" charset="0"/>
              <a:cs typeface="+mj-cs"/>
            </a:endParaRPr>
          </a:p>
        </p:txBody>
      </p:sp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1010920" y="1825625"/>
            <a:ext cx="10516870" cy="3122295"/>
          </a:xfrm>
          <a:prstGeom prst="rect"/>
        </p:spPr>
        <p:txBody>
          <a:bodyPr wrap="square" lIns="91440" tIns="45720" rIns="91440" bIns="45720" numCol="1" vert="horz" anchor="t">
            <a:noAutofit/>
          </a:bodyPr>
          <a:lstStyle/>
          <a:p>
            <a:pPr marL="228600" indent="-228600"/>
            <a:r>
              <a:rPr/>
              <a:t>500 </a:t>
            </a:r>
            <a:r>
              <a:rPr/>
              <a:t>(</a:t>
            </a:r>
            <a:r>
              <a:rPr/>
              <a:t>Internal Server Error </a:t>
            </a:r>
            <a:r>
              <a:rPr/>
              <a:t>)</a:t>
            </a:r>
            <a:r>
              <a:rPr/>
              <a:t>서버 내 에러를 통칭</a:t>
            </a:r>
            <a:endParaRPr lang="ko-KR" altLang="en-US"/>
          </a:p>
          <a:p>
            <a:pPr marL="228600" indent="-228600">
              <a:buFont typeface="Arial"/>
              <a:buChar char="•"/>
            </a:pPr>
            <a:endParaRPr lang="ko-KR" altLang="en-US"/>
          </a:p>
          <a:p>
            <a:pPr marL="228600" indent="-228600"/>
            <a:r>
              <a:rPr/>
              <a:t>502 </a:t>
            </a:r>
            <a:r>
              <a:rPr/>
              <a:t>(</a:t>
            </a:r>
            <a:r>
              <a:rPr/>
              <a:t>Bad Gateway</a:t>
            </a:r>
            <a:r>
              <a:rPr/>
              <a:t>)</a:t>
            </a:r>
            <a:r>
              <a:rPr/>
              <a:t> 클라이언트와 서버 사이에 위치한 중간 서버의 통신 오류</a:t>
            </a:r>
            <a:endParaRPr lang="ko-KR" altLang="en-US"/>
          </a:p>
          <a:p>
            <a:pPr marL="228600" indent="-228600">
              <a:buFont typeface="Arial"/>
              <a:buChar char="•"/>
            </a:pPr>
            <a:endParaRPr lang="ko-KR" altLang="en-US"/>
          </a:p>
          <a:p>
            <a:pPr marL="228600" indent="-228600"/>
            <a:r>
              <a:rPr/>
              <a:t>503 </a:t>
            </a:r>
            <a:r>
              <a:rPr/>
              <a:t>(</a:t>
            </a:r>
            <a:r>
              <a:rPr/>
              <a:t>Service Unavailable</a:t>
            </a:r>
            <a:r>
              <a:rPr/>
              <a:t>)</a:t>
            </a:r>
            <a:r>
              <a:rPr/>
              <a:t> 현재 서비스를 일시적으로 이용할 수 없음</a:t>
            </a:r>
            <a:endParaRPr lang="ko-KR" altLang="en-US" sz="200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870" cy="1327150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lang="ko-KR" altLang="en-US" sz="4400">
                <a:latin typeface="나눔바른고딕" charset="0"/>
                <a:ea typeface="나눔바른고딕" charset="0"/>
                <a:cs typeface="+mj-cs"/>
              </a:rPr>
              <a:t>HTTP 헤더</a:t>
            </a:r>
            <a:endParaRPr lang="ko-KR" altLang="en-US" sz="4400">
              <a:latin typeface="나눔바른고딕" charset="0"/>
              <a:ea typeface="나눔바른고딕" charset="0"/>
              <a:cs typeface="+mj-cs"/>
            </a:endParaRPr>
          </a:p>
        </p:txBody>
      </p:sp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38200" y="1756410"/>
            <a:ext cx="10516870" cy="4352925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 typeface="Arial"/>
              <a:buChar char="•"/>
            </a:pPr>
            <a:r>
              <a:rPr lang="ko-KR" altLang="en-US" sz="2800">
                <a:latin typeface="나눔바른고딕" charset="0"/>
                <a:ea typeface="나눔바른고딕" charset="0"/>
                <a:cs typeface="+mn-cs"/>
              </a:rPr>
              <a:t>HTTP 요청 시 주로 사용되는 헤더</a:t>
            </a: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  <a:p>
            <a:pPr marL="228600" indent="-228600">
              <a:buFont typeface="Arial"/>
              <a:buChar char="•"/>
            </a:pPr>
            <a:r>
              <a:rPr lang="ko-KR" altLang="en-US" sz="2800">
                <a:latin typeface="나눔바른고딕" charset="0"/>
                <a:ea typeface="나눔바른고딕" charset="0"/>
                <a:cs typeface="+mn-cs"/>
              </a:rPr>
              <a:t>HTTP 응답 시 주로 사용되는 헤더</a:t>
            </a: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  <a:p>
            <a:pPr marL="228600" indent="-228600">
              <a:buFont typeface="Arial"/>
              <a:buChar char="•"/>
            </a:pPr>
            <a:r>
              <a:rPr lang="ko-KR" altLang="en-US" sz="2800">
                <a:latin typeface="나눔바른고딕" charset="0"/>
                <a:ea typeface="나눔바른고딕" charset="0"/>
                <a:cs typeface="+mn-cs"/>
              </a:rPr>
              <a:t>HTTP 요청과 응답 모두에서 자주 사용되는 헤더</a:t>
            </a: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  <a:p>
            <a:pPr marL="228600" indent="-228600">
              <a:buFont typeface="Arial"/>
              <a:buChar char="•"/>
            </a:pP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  <a:p>
            <a:pPr marL="228600" indent="-228600">
              <a:buFont typeface="Arial"/>
              <a:buChar char="•"/>
            </a:pP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</p:txBody>
      </p:sp>
      <p:pic>
        <p:nvPicPr>
          <p:cNvPr id="4" name="그림 29" descr="/temp/fImage697092913119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3068320" y="3481070"/>
            <a:ext cx="5832475" cy="229679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21945"/>
            <a:ext cx="10516870" cy="1327150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228600" indent="-228600">
              <a:buFontTx/>
              <a:buNone/>
            </a:pPr>
            <a:r>
              <a:rPr lang="ko-KR" altLang="en-US" sz="4400">
                <a:latin typeface="나눔바른고딕" charset="0"/>
                <a:ea typeface="나눔바른고딕" charset="0"/>
                <a:cs typeface="+mj-cs"/>
              </a:rPr>
              <a:t>HTTP 헤더 - </a:t>
            </a:r>
            <a:r>
              <a:rPr lang="ko-KR" altLang="en-US" sz="2800">
                <a:latin typeface="나눔바른고딕" charset="0"/>
                <a:ea typeface="나눔바른고딕" charset="0"/>
                <a:cs typeface="+mn-cs"/>
              </a:rPr>
              <a:t>요청 시 주로 사용되는 헤더</a:t>
            </a:r>
            <a:endParaRPr lang="ko-KR" altLang="en-US" sz="4400">
              <a:latin typeface="나눔바른고딕" charset="0"/>
              <a:ea typeface="나눔바른고딕" charset="0"/>
              <a:cs typeface="+mj-cs"/>
            </a:endParaRPr>
          </a:p>
        </p:txBody>
      </p:sp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38200" y="1825625"/>
            <a:ext cx="10516870" cy="4352925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 typeface="Arial"/>
              <a:buChar char="•"/>
            </a:pPr>
            <a:r>
              <a:rPr/>
              <a:t>HOST </a:t>
            </a:r>
            <a:endParaRPr lang="ko-KR" altLang="en-US"/>
          </a:p>
          <a:p>
            <a:pPr marL="685800" indent="-228600" lvl="1">
              <a:buFont typeface="나눔바른고딕"/>
              <a:buChar char="o"/>
            </a:pPr>
            <a:r>
              <a:rPr/>
              <a:t>요청을 보낼 호스트를 나타내는 헤더</a:t>
            </a:r>
            <a:endParaRPr lang="ko-KR" altLang="en-US"/>
          </a:p>
          <a:p>
            <a:pPr marL="685800" indent="-228600" lvl="1">
              <a:buFont typeface="나눔바른고딕"/>
              <a:buChar char="o"/>
            </a:pPr>
            <a:r>
              <a:rPr/>
              <a:t>주로 도메인 네임 명시, 포트 번호가 포함되어 있을 수 있음</a:t>
            </a:r>
            <a:endParaRPr lang="ko-KR" altLang="en-US"/>
          </a:p>
          <a:p>
            <a:pPr marL="228600" indent="-228600">
              <a:buFont typeface="나눔바른고딕"/>
              <a:buChar char="•"/>
            </a:pPr>
            <a:r>
              <a:rPr/>
              <a:t>User-Agent </a:t>
            </a:r>
            <a:endParaRPr lang="ko-KR" altLang="en-US"/>
          </a:p>
          <a:p>
            <a:pPr marL="685800" indent="-228600" lvl="1">
              <a:buFont typeface="나눔바른고딕"/>
              <a:buChar char="o"/>
            </a:pPr>
            <a:r>
              <a:rPr/>
              <a:t>HTTP 요청을 시작하는 클라이언트 측의 프로그램</a:t>
            </a:r>
            <a:endParaRPr lang="ko-KR" altLang="en-US"/>
          </a:p>
          <a:p>
            <a:pPr marL="685800" indent="-228600" lvl="1">
              <a:buFont typeface="나눔바른고딕"/>
              <a:buChar char="o"/>
            </a:pPr>
            <a:r>
              <a:rPr/>
              <a:t>요청 메시지 생성에 관여한 클라이언트 프로그램과 관련된 다양한 정보가 명시 ( Mozilla 호환 여부, 운영체제 및 아키텍처 정보, 렌더링 엔진 관련 정보, 브라우저와 버전 정보)</a:t>
            </a:r>
            <a:endParaRPr lang="ko-KR" altLang="en-US"/>
          </a:p>
        </p:txBody>
      </p:sp>
      <p:pic>
        <p:nvPicPr>
          <p:cNvPr id="4" name="그림 30" descr="/temp/fImage366702977918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6534150" y="1421130"/>
            <a:ext cx="4953635" cy="1162685"/>
          </a:xfrm>
          <a:prstGeom prst="rect"/>
          <a:noFill/>
        </p:spPr>
      </p:pic>
      <p:pic>
        <p:nvPicPr>
          <p:cNvPr id="5" name="그림 31" descr="/temp/fImage559072982032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283970" y="5144770"/>
            <a:ext cx="8706485" cy="137731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21945"/>
            <a:ext cx="10516870" cy="1327150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228600" indent="-228600">
              <a:buFontTx/>
              <a:buNone/>
            </a:pPr>
            <a:r>
              <a:rPr lang="ko-KR" altLang="en-US" sz="4400">
                <a:latin typeface="나눔바른고딕" charset="0"/>
                <a:ea typeface="나눔바른고딕" charset="0"/>
                <a:cs typeface="+mj-cs"/>
              </a:rPr>
              <a:t>HTTP 헤더 - </a:t>
            </a:r>
            <a:r>
              <a:rPr lang="ko-KR" altLang="en-US" sz="2800">
                <a:latin typeface="나눔바른고딕" charset="0"/>
                <a:ea typeface="나눔바른고딕" charset="0"/>
                <a:cs typeface="+mn-cs"/>
              </a:rPr>
              <a:t>요청 시 주로 사용되는 헤더</a:t>
            </a:r>
            <a:endParaRPr lang="ko-KR" altLang="en-US" sz="4400">
              <a:latin typeface="나눔바른고딕" charset="0"/>
              <a:ea typeface="나눔바른고딕" charset="0"/>
              <a:cs typeface="+mj-cs"/>
            </a:endParaRPr>
          </a:p>
        </p:txBody>
      </p:sp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38200" y="1825625"/>
            <a:ext cx="10516870" cy="4352925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 typeface="Arial"/>
              <a:buChar char="•"/>
            </a:pPr>
            <a:r>
              <a:rPr/>
              <a:t>Referer </a:t>
            </a:r>
            <a:endParaRPr lang="ko-KR" altLang="en-US"/>
          </a:p>
          <a:p>
            <a:pPr marL="685800" indent="-228600" lvl="1">
              <a:buFont typeface="나눔바른고딕"/>
              <a:buChar char="o"/>
            </a:pPr>
            <a:r>
              <a:rPr/>
              <a:t>클라이언트가 요청을 보낼 때 머무르고 있던 URL이 명시</a:t>
            </a:r>
            <a:endParaRPr lang="ko-KR" altLang="en-US"/>
          </a:p>
          <a:p>
            <a:pPr marL="685800" indent="-228600" lvl="1">
              <a:buFont typeface="나눔바른고딕"/>
              <a:buChar char="o"/>
            </a:pPr>
            <a:r>
              <a:rPr/>
              <a:t>클라이언트의 유입 경로를 파악</a:t>
            </a:r>
            <a:endParaRPr lang="ko-KR" altLang="en-US"/>
          </a:p>
          <a:p>
            <a:pPr marL="228600" indent="-228600">
              <a:buFont typeface="나눔바른고딕"/>
              <a:buChar char="•"/>
            </a:pPr>
            <a:r>
              <a:rPr/>
              <a:t>Authorization </a:t>
            </a:r>
            <a:endParaRPr lang="ko-KR" altLang="en-US"/>
          </a:p>
          <a:p>
            <a:pPr marL="685800" indent="-228600" lvl="1">
              <a:buFont typeface="나눔바른고딕"/>
              <a:buChar char="o"/>
            </a:pPr>
            <a:r>
              <a:rPr/>
              <a:t>클라이언트의 인증 정보를 담는 헤더</a:t>
            </a:r>
            <a:endParaRPr lang="ko-KR" altLang="en-US"/>
          </a:p>
          <a:p>
            <a:pPr marL="685800" indent="-228600" lvl="1">
              <a:buFont typeface="나눔바른고딕"/>
              <a:buChar char="o"/>
            </a:pPr>
            <a:r>
              <a:rPr/>
              <a:t>type과 인증을 위한 정보(credentials) 명시 - ex Bearer</a:t>
            </a:r>
            <a:endParaRPr lang="ko-KR" altLang="en-US"/>
          </a:p>
          <a:p>
            <a:pPr marL="685800" indent="-228600" lvl="1">
              <a:buFont typeface="나눔바른고딕"/>
              <a:buChar char="o"/>
            </a:pPr>
            <a:r>
              <a:rPr/>
              <a:t>가장 기본은 Basic </a:t>
            </a:r>
            <a:endParaRPr lang="ko-KR" altLang="en-US"/>
          </a:p>
          <a:p>
            <a:pPr marL="1143000" indent="-228600" lvl="2">
              <a:buFont typeface="나눔바른고딕"/>
              <a:buChar char="§"/>
            </a:pPr>
            <a:r>
              <a:rPr/>
              <a:t>(</a:t>
            </a:r>
            <a:r>
              <a:rPr/>
              <a:t>Id:비밀번호</a:t>
            </a:r>
            <a:r>
              <a:rPr/>
              <a:t>)</a:t>
            </a:r>
            <a:r>
              <a:rPr/>
              <a:t>를 Base64 인코딩 한 값을 인증 정보로 삼는 방식</a:t>
            </a:r>
            <a:endParaRPr lang="ko-KR" altLang="en-US"/>
          </a:p>
        </p:txBody>
      </p:sp>
      <p:pic>
        <p:nvPicPr>
          <p:cNvPr id="4" name="그림 32" descr="/temp/fImage189652994999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6097905" y="1711960"/>
            <a:ext cx="3905885" cy="476885"/>
          </a:xfrm>
          <a:prstGeom prst="rect"/>
          <a:noFill/>
        </p:spPr>
      </p:pic>
      <p:pic>
        <p:nvPicPr>
          <p:cNvPr id="5" name="그림 33" descr="/temp/fImage198333001797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6174740" y="3347085"/>
            <a:ext cx="4201160" cy="64833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870" cy="1327150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228600" indent="-228600">
              <a:buFontTx/>
              <a:buNone/>
            </a:pPr>
            <a:r>
              <a:rPr lang="ko-KR" altLang="en-US" sz="4400">
                <a:latin typeface="나눔바른고딕" charset="0"/>
                <a:ea typeface="나눔바른고딕" charset="0"/>
                <a:cs typeface="+mj-cs"/>
              </a:rPr>
              <a:t>HTTP 헤더 - </a:t>
            </a:r>
            <a:r>
              <a:rPr lang="ko-KR" altLang="en-US" sz="2800">
                <a:latin typeface="나눔바른고딕" charset="0"/>
                <a:ea typeface="나눔바른고딕" charset="0"/>
                <a:cs typeface="+mn-cs"/>
              </a:rPr>
              <a:t>응답 시 주로 사용되는 헤더</a:t>
            </a:r>
            <a:endParaRPr lang="ko-KR" altLang="en-US" sz="4400">
              <a:latin typeface="나눔바른고딕" charset="0"/>
              <a:ea typeface="나눔바른고딕" charset="0"/>
              <a:cs typeface="+mj-cs"/>
            </a:endParaRPr>
          </a:p>
        </p:txBody>
      </p:sp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38200" y="1825625"/>
            <a:ext cx="10516870" cy="4352925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 typeface="Arial"/>
              <a:buChar char="•"/>
            </a:pPr>
            <a:r>
              <a:rPr/>
              <a:t>Server</a:t>
            </a:r>
            <a:r>
              <a:rPr/>
              <a:t> </a:t>
            </a:r>
            <a:endParaRPr lang="ko-KR" altLang="en-US"/>
          </a:p>
          <a:p>
            <a:pPr marL="685800" indent="-228600" lvl="1">
              <a:buFont typeface="나눔바른고딕"/>
              <a:buChar char="o"/>
            </a:pPr>
            <a:r>
              <a:rPr/>
              <a:t>요청을 처리하는 서버측의 소프트웨어와 관련된 정보를 명시</a:t>
            </a:r>
            <a:endParaRPr lang="ko-KR" altLang="en-US"/>
          </a:p>
          <a:p>
            <a:pPr marL="228600" indent="-228600">
              <a:buFont typeface="나눔바른고딕"/>
              <a:buChar char="•"/>
            </a:pPr>
            <a:r>
              <a:rPr/>
              <a:t>Allow </a:t>
            </a:r>
            <a:endParaRPr lang="ko-KR" altLang="en-US"/>
          </a:p>
          <a:p>
            <a:pPr marL="685800" indent="-228600" lvl="1">
              <a:buFont typeface="나눔바른고딕"/>
              <a:buChar char="o"/>
            </a:pPr>
            <a:r>
              <a:rPr/>
              <a:t>클라이언트에게 허용된 </a:t>
            </a:r>
            <a:endParaRPr lang="ko-KR" altLang="en-US"/>
          </a:p>
          <a:p>
            <a:pPr marL="457200" indent="0" lvl="1">
              <a:buFontTx/>
              <a:buNone/>
            </a:pPr>
            <a:r>
              <a:rPr/>
              <a:t>HTTP 메서드 목록을 </a:t>
            </a:r>
            <a:endParaRPr lang="ko-KR" altLang="en-US"/>
          </a:p>
          <a:p>
            <a:pPr marL="457200" indent="0" lvl="1">
              <a:buFontTx/>
              <a:buNone/>
            </a:pPr>
            <a:r>
              <a:rPr/>
              <a:t>알려주기 위해 사용</a:t>
            </a:r>
            <a:endParaRPr lang="ko-KR" altLang="en-US"/>
          </a:p>
          <a:p>
            <a:pPr marL="0" indent="0">
              <a:buFontTx/>
              <a:buNone/>
            </a:pPr>
            <a:endParaRPr lang="ko-KR" altLang="en-US"/>
          </a:p>
          <a:p>
            <a:pPr marL="685800" indent="-228600" lvl="1">
              <a:buFont typeface="courier new"/>
              <a:buChar char="o"/>
            </a:pP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</p:txBody>
      </p:sp>
      <p:pic>
        <p:nvPicPr>
          <p:cNvPr id="4" name="그림 34" descr="/temp/fImage160593014058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2890520" y="1652270"/>
            <a:ext cx="3210560" cy="648335"/>
          </a:xfrm>
          <a:prstGeom prst="rect"/>
          <a:noFill/>
        </p:spPr>
      </p:pic>
      <p:pic>
        <p:nvPicPr>
          <p:cNvPr id="5" name="그림 35" descr="/temp/fImage1532093025459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4898390" y="2959735"/>
            <a:ext cx="5439410" cy="342963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870" cy="1327150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228600" indent="-228600">
              <a:buFontTx/>
              <a:buNone/>
            </a:pPr>
            <a:r>
              <a:rPr lang="ko-KR" altLang="en-US" sz="4400">
                <a:latin typeface="나눔바른고딕" charset="0"/>
                <a:ea typeface="나눔바른고딕" charset="0"/>
                <a:cs typeface="+mj-cs"/>
              </a:rPr>
              <a:t>HTTP 헤더 - </a:t>
            </a:r>
            <a:r>
              <a:rPr lang="ko-KR" altLang="en-US" sz="2800">
                <a:latin typeface="나눔바른고딕" charset="0"/>
                <a:ea typeface="나눔바른고딕" charset="0"/>
                <a:cs typeface="+mn-cs"/>
              </a:rPr>
              <a:t>응답 시 주로 사용되는 헤더</a:t>
            </a:r>
            <a:endParaRPr lang="ko-KR" altLang="en-US" sz="4400">
              <a:latin typeface="나눔바른고딕" charset="0"/>
              <a:ea typeface="나눔바른고딕" charset="0"/>
              <a:cs typeface="+mj-cs"/>
            </a:endParaRPr>
          </a:p>
        </p:txBody>
      </p:sp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37565" y="1895474"/>
            <a:ext cx="10516870" cy="4352925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 typeface="Arial"/>
              <a:buChar char="•"/>
            </a:pPr>
            <a:r>
              <a:rPr/>
              <a:t>Retry-After </a:t>
            </a:r>
            <a:endParaRPr lang="ko-KR" altLang="en-US"/>
          </a:p>
          <a:p>
            <a:pPr marL="685800" indent="-228600" lvl="1">
              <a:buFont typeface="나눔바른고딕"/>
              <a:buChar char="o"/>
            </a:pPr>
            <a:r>
              <a:rPr/>
              <a:t>상태코드 503과 함께 사용될 수 있는 헤더</a:t>
            </a:r>
            <a:endParaRPr lang="ko-KR" altLang="en-US"/>
          </a:p>
          <a:p>
            <a:pPr marL="685800" indent="-228600" lvl="1">
              <a:buFont typeface="나눔바른고딕"/>
              <a:buChar char="o"/>
            </a:pPr>
            <a:r>
              <a:rPr/>
              <a:t>자원을 사용할 수 있는 날짜 혹은 시각을 나타냄</a:t>
            </a:r>
            <a:endParaRPr lang="ko-KR" altLang="en-US"/>
          </a:p>
          <a:p>
            <a:pPr marL="228600" indent="-228600">
              <a:buFont typeface="나눔바른고딕"/>
              <a:buChar char="•"/>
            </a:pPr>
            <a:r>
              <a:rPr/>
              <a:t>Location </a:t>
            </a:r>
            <a:endParaRPr lang="ko-KR" altLang="en-US"/>
          </a:p>
          <a:p>
            <a:pPr marL="685800" indent="-228600" lvl="1">
              <a:buFont typeface="나눔바른고딕"/>
              <a:buChar char="o"/>
            </a:pPr>
            <a:r>
              <a:rPr/>
              <a:t>자원 위치 알려주기 위해 사용되는 헤더</a:t>
            </a:r>
            <a:endParaRPr lang="ko-KR" altLang="en-US"/>
          </a:p>
          <a:p>
            <a:pPr marL="228600" indent="-228600">
              <a:buFont typeface="나눔바른고딕"/>
              <a:buChar char="•"/>
            </a:pPr>
            <a:r>
              <a:rPr/>
              <a:t>WWW-Authenticate </a:t>
            </a:r>
            <a:endParaRPr lang="ko-KR" altLang="en-US"/>
          </a:p>
          <a:p>
            <a:pPr marL="685800" indent="-228600" lvl="1">
              <a:buFont typeface="courier new"/>
              <a:buChar char="o"/>
            </a:pPr>
            <a:r>
              <a:rPr/>
              <a:t>자원에 접근하기 위한 인증 방식을 설명( Basic, Bearer 등…)</a:t>
            </a:r>
            <a:endParaRPr lang="ko-KR" altLang="en-US"/>
          </a:p>
          <a:p>
            <a:pPr marL="685800" indent="-228600" lvl="1">
              <a:buFont typeface="courier new"/>
              <a:buChar char="o"/>
            </a:pP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</p:txBody>
      </p:sp>
      <p:pic>
        <p:nvPicPr>
          <p:cNvPr id="4" name="그림 36" descr="/temp/fImage276683051018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6831965" y="1697990"/>
            <a:ext cx="4686935" cy="781685"/>
          </a:xfrm>
          <a:prstGeom prst="rect"/>
          <a:noFill/>
        </p:spPr>
      </p:pic>
      <p:pic>
        <p:nvPicPr>
          <p:cNvPr id="5" name="그림 37" descr="/temp/fImage134153069207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552575" y="5158105"/>
            <a:ext cx="3153410" cy="59118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870" cy="1327150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 algn="l" defTabSz="91440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ko-KR" altLang="en-US" sz="4400">
                <a:latin typeface="나눔바른고딕" charset="0"/>
                <a:ea typeface="나눔바른고딕" charset="0"/>
                <a:cs typeface="+mj-cs"/>
              </a:rPr>
              <a:t>HTTP 헤더 - </a:t>
            </a:r>
            <a:r>
              <a:rPr lang="ko-KR" altLang="en-US" sz="2800">
                <a:latin typeface="나눔바른고딕" charset="0"/>
                <a:ea typeface="나눔바른고딕" charset="0"/>
                <a:cs typeface="+mn-cs"/>
              </a:rPr>
              <a:t>요청과 응답 모두에서 자주 사용되는 헤더</a:t>
            </a:r>
            <a:endParaRPr lang="ko-KR" altLang="en-US" sz="4400">
              <a:latin typeface="나눔바른고딕" charset="0"/>
              <a:ea typeface="나눔바른고딕" charset="0"/>
              <a:cs typeface="+mj-cs"/>
            </a:endParaRPr>
          </a:p>
        </p:txBody>
      </p:sp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38200" y="1825625"/>
            <a:ext cx="10516870" cy="4352925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 typeface="Arial"/>
              <a:buChar char="•"/>
            </a:pPr>
            <a:r>
              <a:rPr/>
              <a:t>Date </a:t>
            </a:r>
            <a:endParaRPr lang="ko-KR" altLang="en-US"/>
          </a:p>
          <a:p>
            <a:pPr marL="685800" indent="-228600" lvl="1">
              <a:buFont typeface="나눔바른고딕"/>
              <a:buChar char="o"/>
            </a:pPr>
            <a:r>
              <a:rPr/>
              <a:t>메시지 생성된 날짜와 시각 관련 정보</a:t>
            </a:r>
            <a:endParaRPr lang="ko-KR" altLang="en-US"/>
          </a:p>
          <a:p>
            <a:pPr marL="228600" indent="-228600">
              <a:buFont typeface="나눔바른고딕"/>
              <a:buChar char="•"/>
            </a:pPr>
            <a:r>
              <a:rPr/>
              <a:t>Connenction </a:t>
            </a:r>
            <a:endParaRPr lang="ko-KR" altLang="en-US"/>
          </a:p>
          <a:p>
            <a:pPr marL="685800" indent="-228600" lvl="1">
              <a:buFont typeface="나눔바른고딕"/>
              <a:buChar char="o"/>
            </a:pPr>
            <a:r>
              <a:rPr/>
              <a:t>클라이언트 요청과 응답 간의 연결 방식을 설정하는 헤더</a:t>
            </a:r>
            <a:endParaRPr lang="ko-KR" altLang="en-US"/>
          </a:p>
          <a:p>
            <a:pPr marL="685800" indent="-228600" lvl="1">
              <a:buFont typeface="나눔바른고딕"/>
              <a:buChar char="o"/>
            </a:pPr>
            <a:r>
              <a:rPr/>
              <a:t>keep-alive, close</a:t>
            </a:r>
            <a:endParaRPr lang="ko-KR" altLang="en-US"/>
          </a:p>
          <a:p>
            <a:pPr marL="228600" indent="-228600">
              <a:buFont typeface="나눔바른고딕"/>
              <a:buChar char="•"/>
            </a:pPr>
            <a:r>
              <a:rPr/>
              <a:t>Content-Length </a:t>
            </a:r>
            <a:endParaRPr lang="ko-KR" altLang="en-US"/>
          </a:p>
          <a:p>
            <a:pPr marL="685800" indent="-228600" lvl="1">
              <a:buFont typeface="courier new"/>
              <a:buChar char="o"/>
            </a:pPr>
            <a:r>
              <a:rPr/>
              <a:t>본문의 바이트 단위의 크기</a:t>
            </a:r>
            <a:endParaRPr lang="ko-KR" altLang="en-US"/>
          </a:p>
          <a:p>
            <a:pPr marL="685800" indent="-228600" lvl="1">
              <a:buFont typeface="courier new"/>
              <a:buChar char="o"/>
            </a:pP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</p:txBody>
      </p:sp>
      <p:pic>
        <p:nvPicPr>
          <p:cNvPr id="4" name="그림 38" descr="/temp/fImage193093073393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6306185" y="1824990"/>
            <a:ext cx="4267835" cy="648335"/>
          </a:xfrm>
          <a:prstGeom prst="rect"/>
          <a:noFill/>
        </p:spPr>
      </p:pic>
      <p:pic>
        <p:nvPicPr>
          <p:cNvPr id="5" name="그림 39" descr="/temp/fImage205763083165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8500745" y="3166745"/>
            <a:ext cx="2715260" cy="905510"/>
          </a:xfrm>
          <a:prstGeom prst="rect"/>
          <a:noFill/>
        </p:spPr>
      </p:pic>
      <p:pic>
        <p:nvPicPr>
          <p:cNvPr id="6" name="그림 40" descr="/temp/fImage114353096703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5219065" y="4270375"/>
            <a:ext cx="2600960" cy="51498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870" cy="1327150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 algn="l" defTabSz="91440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ko-KR" altLang="en-US" sz="4400">
                <a:latin typeface="나눔바른고딕" charset="0"/>
                <a:ea typeface="나눔바른고딕" charset="0"/>
                <a:cs typeface="+mj-cs"/>
              </a:rPr>
              <a:t>HTTP 헤더 - </a:t>
            </a:r>
            <a:r>
              <a:rPr lang="ko-KR" altLang="en-US" sz="2800">
                <a:latin typeface="나눔바른고딕" charset="0"/>
                <a:ea typeface="나눔바른고딕" charset="0"/>
                <a:cs typeface="+mn-cs"/>
              </a:rPr>
              <a:t>요청과 응답 모두에서 자주 사용되는 헤더</a:t>
            </a:r>
            <a:endParaRPr lang="ko-KR" altLang="en-US" sz="4400">
              <a:latin typeface="나눔바른고딕" charset="0"/>
              <a:ea typeface="나눔바른고딕" charset="0"/>
              <a:cs typeface="+mj-cs"/>
            </a:endParaRPr>
          </a:p>
        </p:txBody>
      </p:sp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38200" y="1903730"/>
            <a:ext cx="10516870" cy="4352925"/>
          </a:xfrm>
          <a:prstGeom prst="rect"/>
        </p:spPr>
        <p:txBody>
          <a:bodyPr wrap="square" lIns="91440" tIns="45720" rIns="91440" bIns="45720" numCol="1" vert="horz" anchor="t">
            <a:normAutofit fontScale="85000" lnSpcReduction="0"/>
          </a:bodyPr>
          <a:lstStyle/>
          <a:p>
            <a:pPr marL="228600" indent="-228600">
              <a:buFont typeface="Arial"/>
              <a:buChar char="•"/>
            </a:pPr>
            <a:r>
              <a:rPr/>
              <a:t>Content-Type, Content-Language, Content-Encoding </a:t>
            </a:r>
            <a:endParaRPr lang="ko-KR" altLang="en-US"/>
          </a:p>
          <a:p>
            <a:pPr marL="685800" indent="-228600" lvl="1">
              <a:buFont typeface="나눔바른고딕"/>
              <a:buChar char="o"/>
            </a:pPr>
            <a:r>
              <a:rPr/>
              <a:t>메시지 본문의 표현 방식을 설명하는 헤더</a:t>
            </a:r>
            <a:endParaRPr lang="ko-KR" altLang="en-US"/>
          </a:p>
          <a:p>
            <a:pPr marL="685800" indent="-228600" lvl="1">
              <a:buFont typeface="나눔바른고딕"/>
              <a:buChar char="o"/>
            </a:pPr>
            <a:r>
              <a:rPr/>
              <a:t>표현 헤더의 일종</a:t>
            </a:r>
            <a:endParaRPr lang="ko-KR" altLang="en-US"/>
          </a:p>
          <a:p>
            <a:pPr marL="685800" indent="-228600" lvl="1">
              <a:buFont typeface="나눔바른고딕"/>
              <a:buChar char="o"/>
            </a:pPr>
            <a:r>
              <a:rPr/>
              <a:t>Content-Type</a:t>
            </a:r>
            <a:endParaRPr lang="ko-KR" altLang="en-US"/>
          </a:p>
          <a:p>
            <a:pPr marL="1143000" indent="-228600" lvl="2">
              <a:buFont typeface="나눔바른고딕"/>
              <a:buChar char="§"/>
            </a:pPr>
            <a:r>
              <a:rPr/>
              <a:t>메시지 본문에서 사용된 미디어 타입</a:t>
            </a:r>
            <a:endParaRPr lang="ko-KR" altLang="en-US"/>
          </a:p>
          <a:p>
            <a:pPr marL="685800" indent="-228600" lvl="1">
              <a:buFont typeface="나눔바른고딕"/>
              <a:buChar char="o"/>
            </a:pPr>
            <a:r>
              <a:rPr/>
              <a:t>Content-Language</a:t>
            </a:r>
            <a:endParaRPr lang="ko-KR" altLang="en-US"/>
          </a:p>
          <a:p>
            <a:pPr marL="1143000" indent="-228600" lvl="2">
              <a:buFont typeface="Wingdings"/>
              <a:buChar char="§"/>
            </a:pPr>
            <a:r>
              <a:rPr/>
              <a:t>메시지 본문에 사용된 자연어를 명시</a:t>
            </a:r>
            <a:endParaRPr lang="ko-KR" altLang="en-US"/>
          </a:p>
          <a:p>
            <a:pPr marL="1143000" indent="-228600" lvl="2">
              <a:buFont typeface="Wingdings"/>
              <a:buChar char="§"/>
            </a:pPr>
            <a:r>
              <a:rPr/>
              <a:t>언어 태그로 명시, 하이픈으로 구분된 구조</a:t>
            </a:r>
            <a:endParaRPr lang="ko-KR" altLang="en-US"/>
          </a:p>
          <a:p>
            <a:pPr marL="1143000" indent="-228600" lvl="2">
              <a:buFont typeface="Wingdings"/>
              <a:buChar char="§"/>
            </a:pPr>
            <a:r>
              <a:rPr/>
              <a:t>어떤 국가에서 사용하는 어떤 </a:t>
            </a:r>
            <a:r>
              <a:rPr/>
              <a:t>언</a:t>
            </a:r>
            <a:r>
              <a:rPr/>
              <a:t>어</a:t>
            </a:r>
            <a:endParaRPr lang="ko-KR" altLang="en-US"/>
          </a:p>
          <a:p>
            <a:pPr marL="1143000" indent="-228600" lvl="2">
              <a:buFont typeface="Wingdings"/>
              <a:buChar char="§"/>
            </a:pPr>
            <a:r>
              <a:rPr/>
              <a:t>Ex) ko-KR</a:t>
            </a:r>
            <a:endParaRPr lang="ko-KR" altLang="en-US"/>
          </a:p>
          <a:p>
            <a:pPr marL="685800" indent="-228600" lvl="1">
              <a:buFont typeface="나눔바른고딕"/>
              <a:buChar char="o"/>
            </a:pPr>
            <a:r>
              <a:rPr/>
              <a:t>Content-Encoding</a:t>
            </a:r>
            <a:endParaRPr lang="ko-KR" altLang="en-US"/>
          </a:p>
          <a:p>
            <a:pPr marL="1143000" indent="-228600" lvl="2">
              <a:buFont typeface="나눔바른고딕"/>
              <a:buChar char="§"/>
            </a:pPr>
            <a:r>
              <a:rPr/>
              <a:t>메시지 본문을 압축하거나 변환한 방식</a:t>
            </a:r>
            <a:endParaRPr lang="ko-KR" altLang="en-US"/>
          </a:p>
          <a:p>
            <a:pPr marL="1143000" indent="-228600" lvl="2">
              <a:buFont typeface="나눔바른고딕"/>
              <a:buChar char="§"/>
            </a:pPr>
            <a:r>
              <a:rPr/>
              <a:t>gzip, compress 등…</a:t>
            </a:r>
            <a:endParaRPr lang="ko-KR" altLang="en-US"/>
          </a:p>
        </p:txBody>
      </p:sp>
      <p:pic>
        <p:nvPicPr>
          <p:cNvPr id="4" name="그림 41" descr="/temp/fImage6533112172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0" y="0"/>
            <a:ext cx="267335" cy="286385"/>
          </a:xfrm>
          <a:prstGeom prst="rect"/>
          <a:noFill/>
        </p:spPr>
      </p:pic>
      <p:pic>
        <p:nvPicPr>
          <p:cNvPr id="5" name="그림 42" descr="/temp/fImage211133127423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5793105" y="2826385"/>
            <a:ext cx="4515485" cy="581660"/>
          </a:xfrm>
          <a:prstGeom prst="rect"/>
          <a:noFill/>
        </p:spPr>
      </p:pic>
      <p:pic>
        <p:nvPicPr>
          <p:cNvPr id="6" name="그림 43" descr="/temp/fImage415193134368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5797550" y="3632835"/>
            <a:ext cx="4696460" cy="1219835"/>
          </a:xfrm>
          <a:prstGeom prst="rect"/>
          <a:noFill/>
        </p:spPr>
      </p:pic>
      <p:pic>
        <p:nvPicPr>
          <p:cNvPr id="7" name="그림 44" descr="/temp/fImage963193143733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6029960" y="4744720"/>
            <a:ext cx="4055745" cy="1880870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870" cy="1327150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lang="ko-KR" altLang="en-US" sz="4400">
                <a:latin typeface="나눔바른고딕" charset="0"/>
                <a:ea typeface="나눔바른고딕" charset="0"/>
                <a:cs typeface="+mj-cs"/>
              </a:rPr>
              <a:t>HTTP 기반 기술</a:t>
            </a:r>
            <a:endParaRPr lang="ko-KR" altLang="en-US" sz="4400">
              <a:latin typeface="나눔바른고딕" charset="0"/>
              <a:ea typeface="나눔바른고딕" charset="0"/>
              <a:cs typeface="+mj-cs"/>
            </a:endParaRPr>
          </a:p>
        </p:txBody>
      </p:sp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38200" y="1825625"/>
            <a:ext cx="10516870" cy="4352925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 typeface="Arial"/>
              <a:buChar char="•"/>
            </a:pPr>
            <a:r>
              <a:rPr lang="ko-KR" altLang="en-US" sz="2800">
                <a:latin typeface="나눔바른고딕" charset="0"/>
                <a:ea typeface="나눔바른고딕" charset="0"/>
                <a:cs typeface="+mn-cs"/>
              </a:rPr>
              <a:t>캐시</a:t>
            </a: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  <a:p>
            <a:pPr marL="228600" indent="-228600">
              <a:buFont typeface="Arial"/>
              <a:buChar char="•"/>
            </a:pPr>
            <a:r>
              <a:rPr lang="ko-KR" altLang="en-US" sz="2800">
                <a:latin typeface="나눔바른고딕" charset="0"/>
                <a:ea typeface="나눔바른고딕" charset="0"/>
                <a:cs typeface="+mn-cs"/>
              </a:rPr>
              <a:t>쿠키</a:t>
            </a: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  <a:p>
            <a:pPr marL="228600" indent="-228600">
              <a:buFont typeface="Arial"/>
              <a:buChar char="•"/>
            </a:pPr>
            <a:r>
              <a:rPr lang="ko-KR" altLang="en-US" sz="2800">
                <a:latin typeface="나눔바른고딕" charset="0"/>
                <a:ea typeface="나눔바른고딕" charset="0"/>
                <a:cs typeface="+mn-cs"/>
              </a:rPr>
              <a:t>컨텐츠 협상</a:t>
            </a: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870" cy="1327150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lang="ko-KR" altLang="en-US" sz="4400">
                <a:latin typeface="나눔바른고딕" charset="0"/>
                <a:ea typeface="나눔바른고딕" charset="0"/>
                <a:cs typeface="+mj-cs"/>
              </a:rPr>
              <a:t>캐시</a:t>
            </a:r>
            <a:endParaRPr lang="ko-KR" altLang="en-US" sz="4400">
              <a:latin typeface="나눔바른고딕" charset="0"/>
              <a:ea typeface="나눔바른고딕" charset="0"/>
              <a:cs typeface="+mj-cs"/>
            </a:endParaRPr>
          </a:p>
        </p:txBody>
      </p:sp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38200" y="1539240"/>
            <a:ext cx="10516870" cy="463931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 typeface="Arial"/>
              <a:buChar char="•"/>
            </a:pPr>
            <a:r>
              <a:rPr/>
              <a:t>응답 받은 자원의 사본을 임시 저장하는 기술</a:t>
            </a:r>
            <a:r>
              <a:rPr/>
              <a:t> </a:t>
            </a:r>
            <a:endParaRPr lang="ko-KR" altLang="en-US"/>
          </a:p>
          <a:p>
            <a:pPr marL="228600" indent="-228600">
              <a:buFont typeface="Arial"/>
              <a:buChar char="•"/>
            </a:pPr>
            <a:r>
              <a:rPr/>
              <a:t>불필요한 대역폭 낭비 방지, 응답 지연 방지</a:t>
            </a:r>
            <a:endParaRPr lang="ko-KR" altLang="en-US"/>
          </a:p>
          <a:p>
            <a:pPr marL="228600" indent="-228600">
              <a:buFont typeface="나눔바른고딕"/>
              <a:buChar char="•"/>
            </a:pPr>
            <a:r>
              <a:rPr/>
              <a:t>개인 전용 캐시 - 웹 브라우저에 저장</a:t>
            </a:r>
            <a:endParaRPr lang="ko-KR" altLang="en-US"/>
          </a:p>
          <a:p>
            <a:pPr marL="228600" indent="-228600">
              <a:buFont typeface="나눔바른고딕"/>
              <a:buChar char="•"/>
            </a:pPr>
            <a:r>
              <a:rPr/>
              <a:t>공용 캐시 - 클라이언트와 서버 사이에 위치한 중간 서버에 저장</a:t>
            </a:r>
            <a:endParaRPr lang="ko-KR" altLang="en-US"/>
          </a:p>
          <a:p>
            <a:pPr marL="0" indent="0">
              <a:buFontTx/>
              <a:buNone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870" cy="1327150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lang="ko-KR" altLang="en-US" sz="4400">
                <a:latin typeface="나눔바른고딕" charset="0"/>
                <a:ea typeface="나눔바른고딕" charset="0"/>
                <a:cs typeface="+mj-cs"/>
              </a:rPr>
              <a:t>캐시</a:t>
            </a:r>
            <a:endParaRPr lang="ko-KR" altLang="en-US" sz="4400">
              <a:latin typeface="나눔바른고딕" charset="0"/>
              <a:ea typeface="나눔바른고딕" charset="0"/>
              <a:cs typeface="+mj-cs"/>
            </a:endParaRPr>
          </a:p>
        </p:txBody>
      </p:sp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38200" y="1539240"/>
            <a:ext cx="10516870" cy="463931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 typeface="나눔바른고딕"/>
              <a:buChar char="•"/>
            </a:pPr>
            <a:r>
              <a:rPr sz="2800">
                <a:latin typeface="나눔바른고딕" charset="0"/>
                <a:ea typeface="나눔바른고딕" charset="0"/>
                <a:cs typeface="+mn-cs"/>
              </a:rPr>
              <a:t>캐시 신선도 </a:t>
            </a: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  <a:p>
            <a:pPr marL="685800" indent="-228600" lvl="1">
              <a:buFont typeface="나눔바른고딕"/>
              <a:buChar char="o"/>
            </a:pPr>
            <a:r>
              <a:rPr sz="2400">
                <a:latin typeface="나눔바른고딕" charset="0"/>
                <a:ea typeface="나눔바른고딕" charset="0"/>
                <a:cs typeface="+mn-cs"/>
              </a:rPr>
              <a:t>캐시된 사본 데이터가 얼마나 최신 원본 데이터와 유사한지를 표현</a:t>
            </a:r>
            <a:endParaRPr lang="ko-KR" altLang="en-US" sz="2400">
              <a:latin typeface="나눔바른고딕" charset="0"/>
              <a:ea typeface="나눔바른고딕" charset="0"/>
              <a:cs typeface="+mn-cs"/>
            </a:endParaRPr>
          </a:p>
          <a:p>
            <a:pPr marL="685800" indent="-228600" lvl="1">
              <a:buFont typeface="나눔바른고딕"/>
              <a:buChar char="o"/>
            </a:pPr>
            <a:r>
              <a:rPr sz="2400">
                <a:latin typeface="나눔바른고딕" charset="0"/>
                <a:ea typeface="나눔바른고딕" charset="0"/>
                <a:cs typeface="+mn-cs"/>
              </a:rPr>
              <a:t>어떻게 검사할까? </a:t>
            </a:r>
            <a:endParaRPr lang="ko-KR" altLang="en-US" sz="2400">
              <a:latin typeface="나눔바른고딕" charset="0"/>
              <a:ea typeface="나눔바른고딕" charset="0"/>
              <a:cs typeface="+mn-cs"/>
            </a:endParaRPr>
          </a:p>
          <a:p>
            <a:pPr marL="1143000" indent="-228600" lvl="2">
              <a:buFont typeface="나눔바른고딕"/>
              <a:buChar char="§"/>
            </a:pPr>
            <a:r>
              <a:rPr sz="2000">
                <a:latin typeface="나눔바른고딕" charset="0"/>
                <a:ea typeface="나눔바른고딕" charset="0"/>
                <a:cs typeface="+mn-cs"/>
              </a:rPr>
              <a:t>유효 기간 설정</a:t>
            </a:r>
            <a:r>
              <a:rPr sz="2000">
                <a:latin typeface="나눔바른고딕" charset="0"/>
                <a:ea typeface="나눔바른고딕" charset="0"/>
                <a:cs typeface="+mn-cs"/>
              </a:rPr>
              <a:t> ( Expires헤더 , Cahe-Contorl헤더의 max-age)</a:t>
            </a:r>
            <a:endParaRPr lang="ko-KR" altLang="en-US" sz="2000">
              <a:latin typeface="나눔바른고딕" charset="0"/>
              <a:ea typeface="나눔바른고딕" charset="0"/>
              <a:cs typeface="+mn-cs"/>
            </a:endParaRPr>
          </a:p>
          <a:p>
            <a:pPr marL="1143000" indent="-228600" lvl="2">
              <a:buFont typeface="나눔바른고딕"/>
              <a:buChar char="§"/>
            </a:pPr>
            <a:r>
              <a:rPr sz="2000">
                <a:latin typeface="나눔바른고딕" charset="0"/>
                <a:ea typeface="나눔바른고딕" charset="0"/>
                <a:cs typeface="+mn-cs"/>
              </a:rPr>
              <a:t>If-Modified-Since 헤더: 날짜를 기반으로 서버에게 물어보는 방법 </a:t>
            </a:r>
            <a:endParaRPr lang="ko-KR" altLang="en-US" sz="2000">
              <a:latin typeface="나눔바른고딕" charset="0"/>
              <a:ea typeface="나눔바른고딕" charset="0"/>
              <a:cs typeface="+mn-cs"/>
            </a:endParaRPr>
          </a:p>
          <a:p>
            <a:pPr marL="1600200" indent="-228600" lvl="3">
              <a:buFont typeface="나눔바른고딕"/>
              <a:buChar char="§"/>
            </a:pPr>
            <a:r>
              <a:rPr sz="1800">
                <a:latin typeface="나눔바른고딕" charset="0"/>
                <a:ea typeface="나눔바른고딕" charset="0"/>
                <a:cs typeface="+mn-cs"/>
              </a:rPr>
              <a:t>304 Not Modified - 마지막으로 수정된 시점도 알려줄 수 있음 ( Last</a:t>
            </a:r>
            <a:r>
              <a:rPr sz="1800">
                <a:latin typeface="나눔바른고딕" charset="0"/>
                <a:ea typeface="나눔바른고딕" charset="0"/>
                <a:cs typeface="+mn-cs"/>
              </a:rPr>
              <a:t>-</a:t>
            </a:r>
            <a:r>
              <a:rPr sz="1800">
                <a:latin typeface="나눔바른고딕" charset="0"/>
                <a:ea typeface="나눔바른고딕" charset="0"/>
                <a:cs typeface="+mn-cs"/>
              </a:rPr>
              <a:t>Modified 헤더로 )</a:t>
            </a:r>
            <a:endParaRPr lang="ko-KR" altLang="en-US" sz="1800">
              <a:latin typeface="나눔바른고딕" charset="0"/>
              <a:ea typeface="나눔바른고딕" charset="0"/>
              <a:cs typeface="+mn-cs"/>
            </a:endParaRPr>
          </a:p>
          <a:p>
            <a:pPr marL="1143000" indent="-228600" lvl="2">
              <a:buFont typeface="나눔바른고딕"/>
              <a:buChar char="§"/>
            </a:pPr>
            <a:r>
              <a:rPr sz="2000">
                <a:latin typeface="나눔바른고딕" charset="0"/>
                <a:ea typeface="나눔바른고딕" charset="0"/>
                <a:cs typeface="+mn-cs"/>
              </a:rPr>
              <a:t>If-None-Match 헤더: 엔티티 태그를 기반으로 서버에게 물어보는 방법 </a:t>
            </a:r>
            <a:endParaRPr lang="ko-KR" altLang="en-US" sz="2000">
              <a:latin typeface="나눔바른고딕" charset="0"/>
              <a:ea typeface="나눔바른고딕" charset="0"/>
              <a:cs typeface="+mn-cs"/>
            </a:endParaRPr>
          </a:p>
          <a:p>
            <a:pPr marL="1600200" indent="-228600" lvl="3">
              <a:buFont typeface="나눔바른고딕"/>
              <a:buChar char="§"/>
            </a:pPr>
            <a:r>
              <a:rPr sz="1800">
                <a:latin typeface="나눔바른고딕" charset="0"/>
                <a:ea typeface="나눔바른고딕" charset="0"/>
                <a:cs typeface="+mn-cs"/>
              </a:rPr>
              <a:t>Etag는 자원의 버전을 식별하기 위한 정보</a:t>
            </a:r>
            <a:endParaRPr lang="ko-KR" altLang="en-US" sz="1800">
              <a:latin typeface="나눔바른고딕" charset="0"/>
              <a:ea typeface="나눔바른고딕" charset="0"/>
              <a:cs typeface="+mn-cs"/>
            </a:endParaRPr>
          </a:p>
        </p:txBody>
      </p:sp>
      <p:pic>
        <p:nvPicPr>
          <p:cNvPr id="4" name="Picture " descr="/temp/fImage39236319620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3549650" y="4528185"/>
            <a:ext cx="5281295" cy="1292860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870" cy="1327150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lang="ko-KR" altLang="en-US" sz="4400">
                <a:latin typeface="나눔바른고딕" charset="0"/>
                <a:ea typeface="나눔바른고딕" charset="0"/>
                <a:cs typeface="+mj-cs"/>
              </a:rPr>
              <a:t>쿠키</a:t>
            </a:r>
            <a:endParaRPr lang="ko-KR" altLang="en-US" sz="4400">
              <a:latin typeface="나눔바른고딕" charset="0"/>
              <a:ea typeface="나눔바른고딕" charset="0"/>
              <a:cs typeface="+mj-cs"/>
            </a:endParaRPr>
          </a:p>
        </p:txBody>
      </p:sp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38200" y="1825625"/>
            <a:ext cx="10516870" cy="4352925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Tx/>
              <a:buNone/>
            </a:pPr>
            <a:r>
              <a:rPr lang="ko-KR" altLang="en-US" sz="2800">
                <a:latin typeface="나눔바른고딕" charset="0"/>
                <a:ea typeface="나눔바른고딕" charset="0"/>
                <a:cs typeface="+mn-cs"/>
              </a:rPr>
              <a:t>HTTP는 상태를 유지하지 않는 스테이트리스한 프로토콜</a:t>
            </a: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  <a:p>
            <a:pPr marL="228600" indent="-228600">
              <a:buFontTx/>
              <a:buNone/>
            </a:pP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  <a:p>
            <a:pPr marL="228600" indent="-228600">
              <a:buFontTx/>
              <a:buNone/>
            </a:pP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  <a:p>
            <a:pPr marL="228600" indent="-228600">
              <a:buFont typeface="나눔바른고딕"/>
              <a:buChar char="•"/>
            </a:pPr>
            <a:r>
              <a:rPr/>
              <a:t>??????????????????????????????????????</a:t>
            </a:r>
            <a:endParaRPr lang="ko-KR" altLang="en-US"/>
          </a:p>
          <a:p>
            <a:pPr marL="228600" indent="-228600">
              <a:buFont typeface="나눔바른고딕"/>
              <a:buChar char="•"/>
            </a:pPr>
            <a:endParaRPr lang="ko-KR" altLang="en-US"/>
          </a:p>
          <a:p>
            <a:pPr marL="228600" indent="-228600">
              <a:buFont typeface="나눔바른고딕"/>
              <a:buChar char="•"/>
            </a:pPr>
            <a:r>
              <a:rPr/>
              <a:t>서버에서 생성되어 클라이언트 측에 저장되는 데이터 </a:t>
            </a:r>
            <a:endParaRPr lang="ko-KR" altLang="en-US"/>
          </a:p>
          <a:p>
            <a:pPr marL="685800" indent="-228600" lvl="1">
              <a:buFont typeface="courier new"/>
              <a:buChar char="o"/>
            </a:pPr>
            <a:r>
              <a:rPr/>
              <a:t>상태를 유지하지 않는 HTTP의 특성을 보완하기 위한 수단</a:t>
            </a:r>
            <a:endParaRPr lang="ko-KR" altLang="en-US"/>
          </a:p>
          <a:p>
            <a:pPr marL="685800" indent="-228600" lvl="1">
              <a:buFont typeface="courier new"/>
              <a:buChar char="o"/>
            </a:pPr>
            <a:r>
              <a:rPr/>
              <a:t>기본적으로 &lt;이름, 값&gt; 쌍의 형태, 추가로 다양한 속성을 가질 수 있음</a:t>
            </a:r>
            <a:endParaRPr lang="ko-KR" altLang="en-US"/>
          </a:p>
          <a:p>
            <a:pPr marL="685800" indent="-228600" lvl="1">
              <a:buFont typeface="courier new"/>
              <a:buChar char="o"/>
            </a:pP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</p:txBody>
      </p:sp>
      <p:pic>
        <p:nvPicPr>
          <p:cNvPr id="4" name="그림 46" descr="/temp/fImage29375320986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3077210" y="2297430"/>
            <a:ext cx="4705985" cy="2124710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870" cy="1327150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lang="ko-KR" altLang="en-US" sz="4400">
                <a:latin typeface="나눔바른고딕" charset="0"/>
                <a:ea typeface="나눔바른고딕" charset="0"/>
                <a:cs typeface="+mj-cs"/>
              </a:rPr>
              <a:t>쿠키</a:t>
            </a:r>
            <a:endParaRPr lang="ko-KR" altLang="en-US" sz="4400">
              <a:latin typeface="나눔바른고딕" charset="0"/>
              <a:ea typeface="나눔바른고딕" charset="0"/>
              <a:cs typeface="+mj-cs"/>
            </a:endParaRPr>
          </a:p>
        </p:txBody>
      </p:sp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38200" y="1825625"/>
            <a:ext cx="10516870" cy="4352925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 typeface="Arial"/>
              <a:buChar char="•"/>
            </a:pPr>
            <a:r>
              <a:rPr lang="ko-KR" altLang="en-US" sz="2800">
                <a:latin typeface="나눔바른고딕" charset="0"/>
                <a:ea typeface="나눔바른고딕" charset="0"/>
                <a:cs typeface="+mn-cs"/>
              </a:rPr>
              <a:t>응답 메시지의 Set-Cookie헤더, 요청 메시지의 Cookie 헤더 활용</a:t>
            </a: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  <a:p>
            <a:pPr marL="228600" indent="-228600">
              <a:buFont typeface="Arial"/>
              <a:buChar char="•"/>
            </a:pP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  <a:p>
            <a:pPr marL="228600" indent="-228600">
              <a:buFont typeface="Arial"/>
              <a:buChar char="•"/>
            </a:pP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  <a:p>
            <a:pPr marL="228600" indent="-228600">
              <a:buFont typeface="Arial"/>
              <a:buChar char="•"/>
            </a:pP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  <a:p>
            <a:pPr marL="228600" indent="-228600">
              <a:buFont typeface="Arial"/>
              <a:buChar char="•"/>
            </a:pP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  <a:p>
            <a:pPr marL="228600" indent="-228600">
              <a:buFont typeface="Arial"/>
              <a:buChar char="•"/>
            </a:pP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</p:txBody>
      </p:sp>
      <p:pic>
        <p:nvPicPr>
          <p:cNvPr id="4" name="그림 47" descr="/temp/fImage477423216575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297940" y="2464435"/>
            <a:ext cx="3334385" cy="1600835"/>
          </a:xfrm>
          <a:prstGeom prst="rect"/>
          <a:noFill/>
        </p:spPr>
      </p:pic>
      <p:pic>
        <p:nvPicPr>
          <p:cNvPr id="5" name="그림 48" descr="/temp/fImage231443225412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4757420" y="2909570"/>
            <a:ext cx="2677160" cy="1038860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870" cy="1327150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lang="ko-KR" altLang="en-US" sz="4400">
                <a:latin typeface="나눔바른고딕" charset="0"/>
                <a:ea typeface="나눔바른고딕" charset="0"/>
                <a:cs typeface="+mj-cs"/>
              </a:rPr>
              <a:t>쿠키</a:t>
            </a:r>
            <a:endParaRPr lang="ko-KR" altLang="en-US" sz="4400">
              <a:latin typeface="나눔바른고딕" charset="0"/>
              <a:ea typeface="나눔바른고딕" charset="0"/>
              <a:cs typeface="+mj-cs"/>
            </a:endParaRPr>
          </a:p>
        </p:txBody>
      </p:sp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38200" y="1825625"/>
            <a:ext cx="10516870" cy="4352925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 typeface="Arial"/>
              <a:buChar char="•"/>
            </a:pPr>
            <a:r>
              <a:rPr/>
              <a:t>쿠키 속성 </a:t>
            </a:r>
            <a:endParaRPr lang="ko-KR" altLang="en-US"/>
          </a:p>
          <a:p>
            <a:pPr marL="685800" indent="-228600" lvl="1">
              <a:buFont typeface="courier new"/>
              <a:buChar char="o"/>
            </a:pPr>
            <a:r>
              <a:rPr/>
              <a:t>Domain : 쿠키가 사용될 수 있는 도메인을 제한하기 위한 속성</a:t>
            </a:r>
            <a:endParaRPr lang="ko-KR" altLang="en-US"/>
          </a:p>
          <a:p>
            <a:pPr marL="685800" indent="-228600" lvl="1">
              <a:buFont typeface="courier new"/>
              <a:buChar char="o"/>
            </a:pPr>
            <a:r>
              <a:rPr/>
              <a:t>path : 경로별로 쿠키를 구분하여 사용하고 싶을 경우</a:t>
            </a:r>
            <a:endParaRPr lang="ko-KR" altLang="en-US"/>
          </a:p>
          <a:p>
            <a:pPr marL="685800" indent="-228600" lvl="1">
              <a:buFont typeface="courier new"/>
              <a:buChar char="o"/>
            </a:pPr>
            <a:r>
              <a:rPr/>
              <a:t>expires, Max-Age 유효 기간 설정</a:t>
            </a:r>
            <a:endParaRPr lang="ko-KR" altLang="en-US"/>
          </a:p>
          <a:p>
            <a:pPr marL="685800" indent="-228600" lvl="1">
              <a:buFont typeface="courier new"/>
              <a:buChar char="o"/>
            </a:pPr>
            <a:r>
              <a:rPr/>
              <a:t>Secure </a:t>
            </a:r>
            <a:r>
              <a:rPr/>
              <a:t>: </a:t>
            </a:r>
            <a:r>
              <a:rPr/>
              <a:t>Https 프로토콜이 사용되는 경우에만 쿠키 전송</a:t>
            </a:r>
            <a:endParaRPr lang="ko-KR" altLang="en-US"/>
          </a:p>
          <a:p>
            <a:pPr marL="685800" indent="-228600" lvl="1">
              <a:buFont typeface="courier new"/>
              <a:buChar char="o"/>
            </a:pPr>
            <a:r>
              <a:rPr sz="2400">
                <a:latin typeface="나눔바른고딕" charset="0"/>
                <a:ea typeface="나눔바른고딕" charset="0"/>
                <a:cs typeface="+mn-cs"/>
              </a:rPr>
              <a:t>HttpOnly </a:t>
            </a:r>
            <a:r>
              <a:rPr sz="2400">
                <a:latin typeface="나눔바른고딕" charset="0"/>
                <a:ea typeface="나눔바른고딕" charset="0"/>
                <a:cs typeface="+mn-cs"/>
              </a:rPr>
              <a:t>: </a:t>
            </a:r>
            <a:r>
              <a:rPr/>
              <a:t>HTTP 송수신을 통해서만 쿠키를 이용하도록 제한하는 속성</a:t>
            </a:r>
            <a:r>
              <a:rPr/>
              <a:t> ( js 접근 거부 )</a:t>
            </a:r>
            <a:endParaRPr lang="ko-KR" altLang="en-US"/>
          </a:p>
          <a:p>
            <a:pPr marL="1143000" indent="-228600" lvl="2">
              <a:buFont typeface="Wingdings"/>
              <a:buChar char="§"/>
            </a:pP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870" cy="1327150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lang="ko-KR" altLang="en-US" sz="4400">
                <a:latin typeface="나눔바른고딕" charset="0"/>
                <a:ea typeface="나눔바른고딕" charset="0"/>
                <a:cs typeface="+mj-cs"/>
              </a:rPr>
              <a:t>쿠키랑 비슷한 웹 스토리지</a:t>
            </a:r>
            <a:endParaRPr lang="ko-KR" altLang="en-US" sz="4400">
              <a:latin typeface="나눔바른고딕" charset="0"/>
              <a:ea typeface="나눔바른고딕" charset="0"/>
              <a:cs typeface="+mj-cs"/>
            </a:endParaRPr>
          </a:p>
        </p:txBody>
      </p:sp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38200" y="1825625"/>
            <a:ext cx="10516870" cy="4352925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 typeface="Arial"/>
              <a:buChar char="•"/>
            </a:pPr>
            <a:r>
              <a:rPr/>
              <a:t>쿠키보다 더 큰 데이터 저장 가능</a:t>
            </a:r>
            <a:endParaRPr lang="ko-KR" altLang="en-US"/>
          </a:p>
          <a:p>
            <a:pPr marL="228600" indent="-228600">
              <a:buFont typeface="나눔바른고딕"/>
              <a:buChar char="•"/>
            </a:pPr>
            <a:r>
              <a:rPr/>
              <a:t>웹 스토리지 정보는 서버로 자동 전송 X</a:t>
            </a:r>
            <a:endParaRPr lang="ko-KR" altLang="en-US"/>
          </a:p>
          <a:p>
            <a:pPr marL="228600" indent="-228600">
              <a:buFont typeface="나눔바른고딕"/>
              <a:buChar char="•"/>
            </a:pPr>
            <a:endParaRPr lang="ko-KR" altLang="en-US"/>
          </a:p>
          <a:p>
            <a:pPr marL="228600" indent="-228600">
              <a:buFont typeface="나눔바른고딕"/>
              <a:buChar char="•"/>
            </a:pPr>
            <a:r>
              <a:rPr/>
              <a:t>local storage - 삭제하지 않는 한 영구적으로 저장 가능</a:t>
            </a:r>
            <a:endParaRPr lang="ko-KR" altLang="en-US"/>
          </a:p>
          <a:p>
            <a:pPr marL="228600" indent="-228600">
              <a:buFont typeface="나눔바른고딕"/>
              <a:buChar char="•"/>
            </a:pPr>
            <a:r>
              <a:rPr/>
              <a:t>session storage - 세션이 유지되는 동안</a:t>
            </a:r>
            <a:endParaRPr lang="ko-KR" altLang="en-US"/>
          </a:p>
          <a:p>
            <a:pPr marL="228600" indent="-228600">
              <a:buFont typeface="나눔바른고딕"/>
              <a:buChar char="•"/>
            </a:pP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870" cy="1327150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lang="ko-KR" altLang="en-US" sz="4400">
                <a:latin typeface="나눔바른고딕" charset="0"/>
                <a:ea typeface="나눔바른고딕" charset="0"/>
                <a:cs typeface="+mj-cs"/>
              </a:rPr>
              <a:t>콘텐츠 협상</a:t>
            </a:r>
            <a:endParaRPr lang="ko-KR" altLang="en-US" sz="4400">
              <a:latin typeface="나눔바른고딕" charset="0"/>
              <a:ea typeface="나눔바른고딕" charset="0"/>
              <a:cs typeface="+mj-cs"/>
            </a:endParaRPr>
          </a:p>
        </p:txBody>
      </p:sp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38200" y="1825625"/>
            <a:ext cx="10516870" cy="4352925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 typeface="Arial"/>
              <a:buChar char="•"/>
            </a:pP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</p:txBody>
      </p:sp>
      <p:pic>
        <p:nvPicPr>
          <p:cNvPr id="4" name="그림 49" descr="/temp/fImage590123272516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776730" y="2136775"/>
            <a:ext cx="6096635" cy="2791460"/>
          </a:xfrm>
          <a:prstGeom prst="rect"/>
          <a:noFill/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잉크 50"/>
              <p14:cNvContentPartPr/>
              <p14:nvPr/>
            </p14:nvContentPartPr>
            <p14:xfrm>
              <a:off x="7178675" y="4203065"/>
              <a:ext cx="570865" cy="493395"/>
            </p14:xfrm>
          </p:contentPart>
        </mc:Choice>
        <mc:Fallback>
          <p:pic>
            <p:nvPicPr>
              <p:cNvPr id="5" name="잉크 50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178675" y="4203065"/>
                <a:ext cx="570865" cy="4933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잉크 51"/>
              <p14:cNvContentPartPr/>
              <p14:nvPr/>
            </p14:nvContentPartPr>
            <p14:xfrm>
              <a:off x="7775574" y="4479925"/>
              <a:ext cx="588010" cy="173355"/>
            </p14:xfrm>
          </p:contentPart>
        </mc:Choice>
        <mc:Fallback>
          <p:pic>
            <p:nvPicPr>
              <p:cNvPr id="6" name="잉크 51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775574" y="4479925"/>
                <a:ext cx="588010" cy="1733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잉크 52"/>
              <p14:cNvContentPartPr/>
              <p14:nvPr/>
            </p14:nvContentPartPr>
            <p14:xfrm>
              <a:off x="8536940" y="4290060"/>
              <a:ext cx="363220" cy="215900"/>
            </p14:xfrm>
          </p:contentPart>
        </mc:Choice>
        <mc:Fallback>
          <p:pic>
            <p:nvPicPr>
              <p:cNvPr id="7" name="잉크 52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536940" y="4290060"/>
                <a:ext cx="363220" cy="2159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" name="잉크 53"/>
              <p14:cNvContentPartPr/>
              <p14:nvPr/>
            </p14:nvContentPartPr>
            <p14:xfrm>
              <a:off x="8726805" y="4307205"/>
              <a:ext cx="173355" cy="52070"/>
            </p14:xfrm>
          </p:contentPart>
        </mc:Choice>
        <mc:Fallback>
          <p:pic>
            <p:nvPicPr>
              <p:cNvPr id="8" name="잉크 53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726805" y="4307205"/>
                <a:ext cx="173355" cy="5207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9" name="잉크 54"/>
              <p14:cNvContentPartPr/>
              <p14:nvPr/>
            </p14:nvContentPartPr>
            <p14:xfrm>
              <a:off x="8865235" y="4211955"/>
              <a:ext cx="34925" cy="510540"/>
            </p14:xfrm>
          </p:contentPart>
        </mc:Choice>
        <mc:Fallback>
          <p:pic>
            <p:nvPicPr>
              <p:cNvPr id="9" name="잉크 54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865235" y="4211955"/>
                <a:ext cx="34925" cy="5105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" name="잉크 55"/>
              <p14:cNvContentPartPr/>
              <p14:nvPr/>
            </p14:nvContentPartPr>
            <p14:xfrm>
              <a:off x="8726805" y="4687570"/>
              <a:ext cx="113030" cy="121285"/>
            </p14:xfrm>
          </p:contentPart>
        </mc:Choice>
        <mc:Fallback>
          <p:pic>
            <p:nvPicPr>
              <p:cNvPr id="10" name="잉크 55"/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726805" y="4687570"/>
                <a:ext cx="113030" cy="1212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1" name="잉크 56"/>
              <p14:cNvContentPartPr/>
              <p14:nvPr/>
            </p14:nvContentPartPr>
            <p14:xfrm>
              <a:off x="9038590" y="4428490"/>
              <a:ext cx="320040" cy="163830"/>
            </p14:xfrm>
          </p:contentPart>
        </mc:Choice>
        <mc:Fallback>
          <p:pic>
            <p:nvPicPr>
              <p:cNvPr id="11" name="잉크 56"/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9038590" y="4428490"/>
                <a:ext cx="320040" cy="1638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2" name="잉크 57"/>
              <p14:cNvContentPartPr/>
              <p14:nvPr/>
            </p14:nvContentPartPr>
            <p14:xfrm>
              <a:off x="9392920" y="4350385"/>
              <a:ext cx="8890" cy="441325"/>
            </p14:xfrm>
          </p:contentPart>
        </mc:Choice>
        <mc:Fallback>
          <p:pic>
            <p:nvPicPr>
              <p:cNvPr id="12" name="잉크 57"/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9392920" y="4350385"/>
                <a:ext cx="8890" cy="4413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3" name="잉크 58"/>
              <p14:cNvContentPartPr/>
              <p14:nvPr/>
            </p14:nvContentPartPr>
            <p14:xfrm>
              <a:off x="7360285" y="2715895"/>
              <a:ext cx="467359" cy="449580"/>
            </p14:xfrm>
          </p:contentPart>
        </mc:Choice>
        <mc:Fallback>
          <p:pic>
            <p:nvPicPr>
              <p:cNvPr id="13" name="잉크 58"/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7360285" y="2715895"/>
                <a:ext cx="467359" cy="4495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4" name="잉크 59"/>
              <p14:cNvContentPartPr/>
              <p14:nvPr/>
            </p14:nvContentPartPr>
            <p14:xfrm>
              <a:off x="7784465" y="2707005"/>
              <a:ext cx="561975" cy="216535"/>
            </p14:xfrm>
          </p:contentPart>
        </mc:Choice>
        <mc:Fallback>
          <p:pic>
            <p:nvPicPr>
              <p:cNvPr id="14" name="잉크 59"/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7784465" y="2707005"/>
                <a:ext cx="561975" cy="21653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5" name="잉크 60"/>
              <p14:cNvContentPartPr/>
              <p14:nvPr/>
            </p14:nvContentPartPr>
            <p14:xfrm>
              <a:off x="8606155" y="2482215"/>
              <a:ext cx="294005" cy="86360"/>
            </p14:xfrm>
          </p:contentPart>
        </mc:Choice>
        <mc:Fallback>
          <p:pic>
            <p:nvPicPr>
              <p:cNvPr id="15" name="잉크 60"/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8606155" y="2482215"/>
                <a:ext cx="294005" cy="8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6" name="잉크 61"/>
              <p14:cNvContentPartPr/>
              <p14:nvPr/>
            </p14:nvContentPartPr>
            <p14:xfrm>
              <a:off x="8666480" y="2404110"/>
              <a:ext cx="104140" cy="69215"/>
            </p14:xfrm>
          </p:contentPart>
        </mc:Choice>
        <mc:Fallback>
          <p:pic>
            <p:nvPicPr>
              <p:cNvPr id="16" name="잉크 61"/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8666480" y="2404110"/>
                <a:ext cx="104140" cy="6921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7" name="잉크 62"/>
              <p14:cNvContentPartPr/>
              <p14:nvPr/>
            </p14:nvContentPartPr>
            <p14:xfrm>
              <a:off x="8726805" y="2585720"/>
              <a:ext cx="130175" cy="121285"/>
            </p14:xfrm>
          </p:contentPart>
        </mc:Choice>
        <mc:Fallback>
          <p:pic>
            <p:nvPicPr>
              <p:cNvPr id="17" name="잉크 62"/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8726805" y="2585720"/>
                <a:ext cx="130175" cy="1212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8" name="잉크 63"/>
              <p14:cNvContentPartPr/>
              <p14:nvPr/>
            </p14:nvContentPartPr>
            <p14:xfrm>
              <a:off x="8865235" y="2534285"/>
              <a:ext cx="104140" cy="181610"/>
            </p14:xfrm>
          </p:contentPart>
        </mc:Choice>
        <mc:Fallback>
          <p:pic>
            <p:nvPicPr>
              <p:cNvPr id="18" name="잉크 63"/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8865235" y="2534285"/>
                <a:ext cx="104140" cy="1816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9" name="잉크 64"/>
              <p14:cNvContentPartPr/>
              <p14:nvPr/>
            </p14:nvContentPartPr>
            <p14:xfrm>
              <a:off x="8822055" y="2785110"/>
              <a:ext cx="259715" cy="138430"/>
            </p14:xfrm>
          </p:contentPart>
        </mc:Choice>
        <mc:Fallback>
          <p:pic>
            <p:nvPicPr>
              <p:cNvPr id="19" name="잉크 64"/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8822055" y="2785110"/>
                <a:ext cx="259715" cy="1384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20" name="잉크 65"/>
              <p14:cNvContentPartPr/>
              <p14:nvPr/>
            </p14:nvContentPartPr>
            <p14:xfrm>
              <a:off x="9220200" y="2326640"/>
              <a:ext cx="129540" cy="294005"/>
            </p14:xfrm>
          </p:contentPart>
        </mc:Choice>
        <mc:Fallback>
          <p:pic>
            <p:nvPicPr>
              <p:cNvPr id="20" name="잉크 65"/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9220200" y="2326640"/>
                <a:ext cx="129540" cy="29400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21" name="잉크 66"/>
              <p14:cNvContentPartPr/>
              <p14:nvPr/>
            </p14:nvContentPartPr>
            <p14:xfrm>
              <a:off x="9220200" y="2620645"/>
              <a:ext cx="224790" cy="0"/>
            </p14:xfrm>
          </p:contentPart>
        </mc:Choice>
        <mc:Fallback>
          <p:pic>
            <p:nvPicPr>
              <p:cNvPr id="21" name="잉크 66"/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9220200" y="2620645"/>
                <a:ext cx="224790" cy="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22" name="잉크 67"/>
              <p14:cNvContentPartPr/>
              <p14:nvPr/>
            </p14:nvContentPartPr>
            <p14:xfrm>
              <a:off x="9228455" y="2750185"/>
              <a:ext cx="337820" cy="129540"/>
            </p14:xfrm>
          </p:contentPart>
        </mc:Choice>
        <mc:Fallback>
          <p:pic>
            <p:nvPicPr>
              <p:cNvPr id="22" name="잉크 67"/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9228455" y="2750185"/>
                <a:ext cx="337820" cy="1295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23" name="잉크 68"/>
              <p14:cNvContentPartPr/>
              <p14:nvPr/>
            </p14:nvContentPartPr>
            <p14:xfrm>
              <a:off x="9358630" y="2672715"/>
              <a:ext cx="17145" cy="129540"/>
            </p14:xfrm>
          </p:contentPart>
        </mc:Choice>
        <mc:Fallback>
          <p:pic>
            <p:nvPicPr>
              <p:cNvPr id="23" name="잉크 68"/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9358630" y="2672715"/>
                <a:ext cx="17145" cy="1295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24" name="잉크 69"/>
              <p14:cNvContentPartPr/>
              <p14:nvPr/>
            </p14:nvContentPartPr>
            <p14:xfrm>
              <a:off x="9911715" y="2534285"/>
              <a:ext cx="337820" cy="207645"/>
            </p14:xfrm>
          </p:contentPart>
        </mc:Choice>
        <mc:Fallback>
          <p:pic>
            <p:nvPicPr>
              <p:cNvPr id="24" name="잉크 69"/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9911715" y="2534285"/>
                <a:ext cx="337820" cy="20764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25" name="잉크 70"/>
              <p14:cNvContentPartPr/>
              <p14:nvPr/>
            </p14:nvContentPartPr>
            <p14:xfrm>
              <a:off x="10266680" y="2413000"/>
              <a:ext cx="0" cy="674370"/>
            </p14:xfrm>
          </p:contentPart>
        </mc:Choice>
        <mc:Fallback>
          <p:pic>
            <p:nvPicPr>
              <p:cNvPr id="25" name="잉크 70"/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10266680" y="2413000"/>
                <a:ext cx="0" cy="67437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870" cy="1327150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lang="ko-KR" altLang="en-US" sz="4400">
                <a:latin typeface="나눔바른고딕" charset="0"/>
                <a:ea typeface="나눔바른고딕" charset="0"/>
                <a:cs typeface="+mj-cs"/>
              </a:rPr>
              <a:t>콘텐츠 협상</a:t>
            </a:r>
            <a:endParaRPr lang="ko-KR" altLang="en-US" sz="4400">
              <a:latin typeface="나눔바른고딕" charset="0"/>
              <a:ea typeface="나눔바른고딕" charset="0"/>
              <a:cs typeface="+mj-cs"/>
            </a:endParaRPr>
          </a:p>
        </p:txBody>
      </p:sp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38200" y="1825625"/>
            <a:ext cx="10516870" cy="4352925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 typeface="Arial"/>
              <a:buChar char="•"/>
            </a:pPr>
            <a:r>
              <a:rPr lang="ko-KR" altLang="en-US" sz="2800">
                <a:latin typeface="나눔바른고딕" charset="0"/>
                <a:ea typeface="나눔바른고딕" charset="0"/>
                <a:cs typeface="+mn-cs"/>
              </a:rPr>
              <a:t>같은 URI에 대해 가장 적합한 ‘자원의 형태’를 제공하는 매커니즘</a:t>
            </a: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  <a:p>
            <a:pPr marL="228600" indent="-228600">
              <a:buFont typeface="Arial"/>
              <a:buChar char="•"/>
            </a:pPr>
            <a:r>
              <a:rPr/>
              <a:t>자원의 표현 </a:t>
            </a:r>
            <a:endParaRPr lang="ko-KR" altLang="en-US"/>
          </a:p>
          <a:p>
            <a:pPr marL="685800" indent="-228600" lvl="1">
              <a:buFont typeface="나눔바른고딕"/>
              <a:buChar char="o"/>
            </a:pPr>
            <a:r>
              <a:rPr/>
              <a:t>송수신 가능한 자원의 형태</a:t>
            </a:r>
            <a:endParaRPr lang="ko-KR" altLang="en-US"/>
          </a:p>
          <a:p>
            <a:pPr marL="685800" indent="-228600" lvl="1">
              <a:buFont typeface="나눔바른고딕"/>
              <a:buChar char="o"/>
            </a:pPr>
            <a:r>
              <a:rPr/>
              <a:t>즉, 콘텐츠 협상은 클라이언트에게 가장 적합한 자원의 표현을 제공하는 매커니즘</a:t>
            </a:r>
            <a:endParaRPr lang="ko-KR" altLang="en-US"/>
          </a:p>
          <a:p>
            <a:pPr marL="228600" indent="-228600">
              <a:buFont typeface="나눔바른고딕"/>
              <a:buChar char="•"/>
            </a:pPr>
            <a:r>
              <a:rPr/>
              <a:t>GET 메서드의 정의 </a:t>
            </a:r>
            <a:endParaRPr lang="ko-KR" altLang="en-US"/>
          </a:p>
          <a:p>
            <a:pPr marL="685800" indent="-228600" lvl="1">
              <a:buFont typeface="courier new"/>
              <a:buChar char="o"/>
            </a:pPr>
            <a:r>
              <a:rPr/>
              <a:t>자원의 특정 표현을 습득하기 위한 메서드</a:t>
            </a:r>
            <a:endParaRPr lang="ko-KR" altLang="en-US"/>
          </a:p>
          <a:p>
            <a:pPr marL="685800" indent="-228600" lvl="1">
              <a:buFont typeface="courier new"/>
              <a:buChar char="o"/>
            </a:pPr>
            <a:endParaRPr lang="ko-KR" altLang="en-US"/>
          </a:p>
          <a:p>
            <a:pPr marL="685800" indent="-228600" lvl="1">
              <a:buFont typeface="courier new"/>
              <a:buChar char="o"/>
            </a:pP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잉크 71"/>
              <p14:cNvContentPartPr/>
              <p14:nvPr/>
            </p14:nvContentPartPr>
            <p14:xfrm>
              <a:off x="1989455" y="873125"/>
              <a:ext cx="8255" cy="8890"/>
            </p14:xfrm>
          </p:contentPart>
        </mc:Choice>
        <mc:Fallback>
          <p:pic>
            <p:nvPicPr>
              <p:cNvPr id="4" name="잉크 7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89455" y="873125"/>
                <a:ext cx="8255" cy="889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870" cy="1327150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lang="ko-KR" altLang="en-US" sz="4400">
                <a:latin typeface="나눔바른고딕" charset="0"/>
                <a:ea typeface="나눔바른고딕" charset="0"/>
                <a:cs typeface="+mj-cs"/>
              </a:rPr>
              <a:t>콘텐츠 협상</a:t>
            </a:r>
            <a:endParaRPr lang="ko-KR" altLang="en-US" sz="4400">
              <a:latin typeface="나눔바른고딕" charset="0"/>
              <a:ea typeface="나눔바른고딕" charset="0"/>
              <a:cs typeface="+mj-cs"/>
            </a:endParaRPr>
          </a:p>
        </p:txBody>
      </p:sp>
      <p:sp>
        <p:nvSpPr>
          <p:cNvPr id="3" name="내용 개체 틀 2"/>
          <p:cNvSpPr txBox="1">
            <a:spLocks noGrp="1"/>
          </p:cNvSpPr>
          <p:nvPr>
            <p:ph type="obj" idx="1"/>
          </p:nvPr>
        </p:nvSpPr>
        <p:spPr>
          <a:xfrm rot="0">
            <a:off x="838200" y="1825625"/>
            <a:ext cx="10516870" cy="4352925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>
              <a:buFont typeface="Arial"/>
              <a:buChar char="•"/>
            </a:pPr>
            <a:r>
              <a:rPr sz="2800">
                <a:latin typeface="나눔바른고딕" charset="0"/>
                <a:ea typeface="나눔바른고딕" charset="0"/>
                <a:cs typeface="+mn-cs"/>
              </a:rPr>
              <a:t>콘텐츠 협상 관련 HTTP 헤더 </a:t>
            </a: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  <a:p>
            <a:pPr marL="685800" indent="-228600" rtl="0" algn="l" defTabSz="914400" eaLnBrk="1" latinLnBrk="1" hangingPunct="1" lvl="1">
              <a:lnSpc>
                <a:spcPct val="90000"/>
              </a:lnSpc>
              <a:spcBef>
                <a:spcPts val="500"/>
              </a:spcBef>
              <a:buFont typeface="courier new"/>
              <a:buChar char="o"/>
            </a:pPr>
            <a:r>
              <a:rPr sz="2400">
                <a:latin typeface="나눔바른고딕" charset="0"/>
                <a:ea typeface="나눔바른고딕" charset="0"/>
                <a:cs typeface="+mn-cs"/>
              </a:rPr>
              <a:t>Accept 헤더</a:t>
            </a:r>
            <a:endParaRPr lang="ko-KR" altLang="en-US" sz="2400">
              <a:latin typeface="나눔바른고딕" charset="0"/>
              <a:ea typeface="나눔바른고딕" charset="0"/>
              <a:cs typeface="+mn-cs"/>
            </a:endParaRPr>
          </a:p>
          <a:p>
            <a:pPr marL="685800" indent="-228600" rtl="0" algn="l" defTabSz="914400" eaLnBrk="1" latinLnBrk="1" hangingPunct="1" lvl="1">
              <a:lnSpc>
                <a:spcPct val="90000"/>
              </a:lnSpc>
              <a:spcBef>
                <a:spcPts val="500"/>
              </a:spcBef>
              <a:buFont typeface="courier new"/>
              <a:buChar char="o"/>
            </a:pPr>
            <a:r>
              <a:rPr sz="2400">
                <a:latin typeface="나눔바른고딕" charset="0"/>
                <a:ea typeface="나눔바른고딕" charset="0"/>
                <a:cs typeface="+mn-cs"/>
              </a:rPr>
              <a:t>Accept-Language</a:t>
            </a:r>
            <a:endParaRPr lang="ko-KR" altLang="en-US" sz="2400">
              <a:latin typeface="나눔바른고딕" charset="0"/>
              <a:ea typeface="나눔바른고딕" charset="0"/>
              <a:cs typeface="+mn-cs"/>
            </a:endParaRPr>
          </a:p>
          <a:p>
            <a:pPr marL="685800" indent="-228600" rtl="0" algn="l" defTabSz="914400" eaLnBrk="1" latinLnBrk="1" hangingPunct="1" lvl="1">
              <a:lnSpc>
                <a:spcPct val="90000"/>
              </a:lnSpc>
              <a:spcBef>
                <a:spcPts val="500"/>
              </a:spcBef>
              <a:buFont typeface="courier new"/>
              <a:buChar char="o"/>
            </a:pPr>
            <a:r>
              <a:rPr sz="2400">
                <a:latin typeface="나눔바른고딕" charset="0"/>
                <a:ea typeface="나눔바른고딕" charset="0"/>
                <a:cs typeface="+mn-cs"/>
              </a:rPr>
              <a:t>Accept-Charset 및 Accept-Encoding</a:t>
            </a:r>
            <a:endParaRPr lang="ko-KR" altLang="en-US" sz="2800">
              <a:latin typeface="나눔바른고딕" charset="0"/>
              <a:ea typeface="나눔바른고딕" charset="0"/>
              <a:cs typeface="+mn-cs"/>
            </a:endParaRPr>
          </a:p>
        </p:txBody>
      </p:sp>
      <p:pic>
        <p:nvPicPr>
          <p:cNvPr id="4" name="그림 72" descr="/temp/fImage898263502396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110615" y="4107179"/>
            <a:ext cx="6096635" cy="1324610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나눔바른고딕"/>
        <a:ea typeface="나눔바른고딕"/>
        <a:cs typeface=""/>
      </a:majorFont>
      <a:minorFont>
        <a:latin typeface="나눔바른고딕"/>
        <a:ea typeface="나눔바른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Polaris WebOffice</Application>
  <AppVersion>12.000</AppVersion>
  <Characters>0</Characters>
  <CharactersWithSpaces>0</CharactersWithSpaces>
  <DocSecurity>0</DocSecurity>
  <HyperlinksChanged>false</HyperlinksChanged>
  <Lines>0</Lines>
  <LinksUpToDate>false</LinksUpToDate>
  <Pages>33</Pages>
  <Paragraphs>1</Paragraphs>
  <Words>1</Words>
  <TotalTime>0</TotalTime>
  <MMClips>0</MMClips>
  <ScaleCrop>false</ScaleCrop>
  <HeadingPairs>
    <vt:vector size="2" baseType="variant">
      <vt:variant>
        <vt:lpstr>Title</vt:lpstr>
      </vt:variant>
      <vt:variant>
        <vt:i4>1</vt:i4>
      </vt:variant>
    </vt:vector>
  </HeadingPairs>
  <TitlesOfParts>
    <vt:vector size="1" baseType="lpstr">
      <vt:lpstr>Title text</vt:lpstr>
    </vt:vector>
  </TitlesOfPart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cp:lastModifiedBy>Bill Younghun Lee</cp:lastModifiedBy>
  <dc:title>PowerPoint 프레젠테이션</dc:title>
  <dcterms:modified xsi:type="dcterms:W3CDTF">2024-09-11T06:55:51Z</dcterms:modified>
</cp:coreProperties>
</file>