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Default Extension="emf" ContentType="image/x-emf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71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9" r:id="rId21"/>
    <p:sldId id="260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61" r:id="rId30"/>
    <p:sldId id="262" r:id="rId31"/>
    <p:sldId id="263" r:id="rId32"/>
    <p:sldId id="264" r:id="rId33"/>
    <p:sldId id="265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3" r:id="rId42"/>
    <p:sldId id="280" r:id="rId43"/>
    <p:sldId id="284" r:id="rId44"/>
    <p:sldId id="281" r:id="rId45"/>
    <p:sldId id="285" r:id="rId46"/>
    <p:sldId id="282" r:id="rId47"/>
    <p:sldId id="286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0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2" Type="http://schemas.openxmlformats.org/officeDocument/2006/relationships/slide" Target="slides/slide14.xml"></Relationship><Relationship Id="rId33" Type="http://schemas.openxmlformats.org/officeDocument/2006/relationships/slide" Target="slides/slide15.xml"></Relationship><Relationship Id="rId34" Type="http://schemas.openxmlformats.org/officeDocument/2006/relationships/slide" Target="slides/slide16.xml"></Relationship><Relationship Id="rId35" Type="http://schemas.openxmlformats.org/officeDocument/2006/relationships/slide" Target="slides/slide17.xml"></Relationship><Relationship Id="rId36" Type="http://schemas.openxmlformats.org/officeDocument/2006/relationships/slide" Target="slides/slide18.xml"></Relationship><Relationship Id="rId37" Type="http://schemas.openxmlformats.org/officeDocument/2006/relationships/slide" Target="slides/slide19.xml"></Relationship><Relationship Id="rId38" Type="http://schemas.openxmlformats.org/officeDocument/2006/relationships/slide" Target="slides/slide20.xml"></Relationship><Relationship Id="rId39" Type="http://schemas.openxmlformats.org/officeDocument/2006/relationships/slide" Target="slides/slide21.xml"></Relationship><Relationship Id="rId40" Type="http://schemas.openxmlformats.org/officeDocument/2006/relationships/slide" Target="slides/slide22.xml"></Relationship><Relationship Id="rId41" Type="http://schemas.openxmlformats.org/officeDocument/2006/relationships/slide" Target="slides/slide23.xml"></Relationship><Relationship Id="rId42" Type="http://schemas.openxmlformats.org/officeDocument/2006/relationships/slide" Target="slides/slide24.xml"></Relationship><Relationship Id="rId43" Type="http://schemas.openxmlformats.org/officeDocument/2006/relationships/slide" Target="slides/slide25.xml"></Relationship><Relationship Id="rId44" Type="http://schemas.openxmlformats.org/officeDocument/2006/relationships/slide" Target="slides/slide26.xml"></Relationship><Relationship Id="rId45" Type="http://schemas.openxmlformats.org/officeDocument/2006/relationships/slide" Target="slides/slide27.xml"></Relationship><Relationship Id="rId46" Type="http://schemas.openxmlformats.org/officeDocument/2006/relationships/slide" Target="slides/slide28.xml"></Relationship><Relationship Id="rId47" Type="http://schemas.openxmlformats.org/officeDocument/2006/relationships/slide" Target="slides/slide29.xml"></Relationship><Relationship Id="rId48" Type="http://schemas.openxmlformats.org/officeDocument/2006/relationships/slide" Target="slides/slide30.xml"></Relationship><Relationship Id="rId50" Type="http://schemas.openxmlformats.org/officeDocument/2006/relationships/viewProps" Target="viewProps.xml"></Relationship><Relationship Id="rId51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6327 4165,'0'40,"-200"40,-40-80,-561-80,320 40,1-120,-1 119,-440-159,200 40,361 80,-1-80,1 80,79-81,-159-199,320 160,40-1,80 1,80-240,80 199,-80-39,120 200,0-80,1002-241,-721 201,39 160,41-120,-40 80,-41 0,321 80,-360 0,-121 80,-120-40,1 40,-121 40,120 280,-80-159,-40-41,40 0,-80 0,-40 121,-80-41,-40-80,-40 41,-40-81,-121 200,161-279,40 79,-80 40,120-160,40 40,-41 40,41 0,0-80,40-40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801 320,'-41'-80,"-39"40,-40 0,-80-80,120 120,40 0,0 0,-80 80,120-40,-80 320,120-79,0-161,80-40,-40-40,0-40,-40 0,40 0,0-40,-40-40,0-40,-40 79,40-119,-40 120,0-160,0 160,0-80,-80 80,-120-120,80 160,120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120 0,'40'40,"-40"80,0-80,0 0,0 40,0 0,0-40,0 120,0-120,-40 80,0-79,-40-1,80-40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0,'40'0,"200"0,361 40,-201 80,-200-120,-200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0,'200'40,"-40"-40,-40 120,-120-40,0 80,-80 0,0-80,-40-80,120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0 200,'0'-40,"160"40,80-120,-120 120,-40-40,0 40,-40 0,0 0,1 0,-41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80 0,'0'40,"-40"80,0 80,40-160,0 200,0-39,40 39,200-80,-40-160,-40 40,-40-40,1 0,-41 0,-40 0,40 0,-80-40,0 40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0,'80'0,"120"0,120 0,-119 0,-41 0,-160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0 280,'80'-40,"-40"0,40 40,0-80,-80 40,40-40,-40 80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0,'0'120,"0"-40,80 120,-40-80,-40-40,0 40,0 121,0-201,0 0,0-40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0,'80'0,"-80"40,0 120,0-80,0 40,0-80,0 160,0-160,0 40,0 1,0-81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400 0,'-40'80,"-40"-40,0 200,-40-120,120-40,-40-80,0 40,80-40,0-40,40 0,-80 40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80,'0'-80,"40"80,0 0,0 0,40 0,-40 80,40 0,0-80,0 40,-40 40,40 0,-40-80,40 0,-80 40,0-40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1081 0,'-40'0,"-120"0,120 40,-81 80,81-40,-120 120,80-80,-120 161,80-81,80 0,0 40,0 121,40-161,0 0,40-160,-40 121,240 39,-200-200,40 0,-40 0,0 0,-40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200 80,'0'-40,"0"0,-40 40,-40 0,0 120,80-40,0-40,0 40,160 40,-120-120,40 0,-80-40,0-40,0 0,0 40,0-40,0 80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440 0,'-40'0,"-40"0,40 0,-120 0,80 40,40 40,40 0,0-40,0 40,0 0,0 40,40-120,40 80,40-80,-80 0,0-40,-40 40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0 200,'40'0,"120"0,80 0,0 0,-79 0,-121-40,80 0,-80-40,0 80,-40-40,0 40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120 0,'-80'0,"40"160,40-40,0-40,0 40,0-40,0-40,0 80,0 41,0-81,0 40,0-80,0 40,0-80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0 520,'120'-80,"-80"80,120-40,0-40,40 0,-120 40,-39 0,-41 0,0-80,0 120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440 0,'-80'0,"-40"0,80 0,0 0,-40 0,40 0,40 40,-40-40,40 40,0 80,0-40,0 160,40-160,0 0,-40 41,0-81,80-40,-40 0,40 0,40 0,-120-40,0 40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360 0,'-40'0,"0"0,-40 0,0 0,-40 80,120 0,0-40,0 120,0-40,0-80,80 0,-40-40,0 0,0 0,40 0,0 0,-40 0,-40-80,80-40,-80 120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0 120,'0'-40,"120"40,120 0,80 0,-199 0,79 0,-40 0,-40 0,-40-80,-40 80,-40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0,'0'40,"40"320,-40-160,120 241,-40-1,0-279,-80-41,0-40,0-40,0 40,0-80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0,'120'0,"160"80,121 240,-81 81,-80 79,-120-39,-120-281,0 240,-160-279,-160-1,200-40,-1-40,-159 0,160-40,80 40,0 40,40-80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14097 921,'-80'0,"40"0,0 0,0 0,-40 0,40 0,0 0,-80 0,80 0,-40 0,-1 0,-39 0,40 0,-160 0,160 0,-40 0,-41 0,-39 0,160 0,-40 0,-40 0,-40 0,-81 0,-119 0,280 0,-80 0,-1 0,-119 0,120 0,0 0,80 0,-81 0,-199 0,160 0,-1 0,1 0,0 0,-201 0,201 0,80 0,-40 0,40 0,-121 0,-39 0,160 0,-40 0,39 0,1 0,-80 0,-40 0,-81 0,121 0,80 0,0 0,-40 0,-41 0,121 0,-40 0,40 0,-160 0,79 0,-39 0,80 0,0 0,40 0,-40 0,-81 0,81 0,-40 0,80 0,-40 0,80 0,-40 0,-41 0,41 0,-80 0,40 0,40 0,-40 0,80 0,-40 0,0 0,-41 0,41 0,0 0,-40 0,80 0,-40 0,-80 0,40 0,-81 0,1-80,0 40,0 40,-1-81,81 1,-40 40,0 0,160 0,-160-80,160 80,0 0,0-40,0 40,0 0,80 0,-80-40,120 80,0 0,40-40,-40 40,81 0,-41 0,80 0,-40 0,-40 0,81 0,39 0,0 0,-39 0,-41 0,-80 40,-40-40,40 0,-80 0,1 0,119 0,0 0,-80 0,0 0,0 0,80 0,-120 0,1 0,119 0,40 0,-160 0,120 0,0 0,-79 0,79 0,-120 0,120 0,-40 0,0 0,81 0,-41 0,0 0,80 0,-80 0,121 0,-121 0,0 0,-80 0,121 0,-81 0,120 0,-120 0,0 0,-40 0,201 0,-41 0,161 0,-121 0,-160 0,40 0,-120 0,81 0,-81 0,80 0,-40 0,40 0,-40 0,80 0,241 0,-361 0,80 0,-40 0,-40 0,40 0,0 0,81 0,-81 0,80 0,-120 0,120 0,0 0,-80 0,0 0,41 0,79 0,-120 0,40 0,160 0,-159 0,159 80,-160-80,80 0,-119 0,39 0,-40 0,0 0,40 0,-80 0,40 0,0 0,-40 0,0 80,0-80,-40 120,0-40,0 80,0-120,0 0,0 121,-40-161,-40 0,80 40,-120 40,40-40,0-40,40 0,0 0,0 0,-40 0,80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0 560,'80'0,"240"0,-120 0,201-80,-81 0,-240 40,80 40,-119-40,79-80,40 80,-40 0,40 0,-40 40,1-80,-121 80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80,'0'-80,"120"80,-40 120,200 160,0 80,-239-159,-41-161,0 80,-81 40,-39-80,0-40,40 40,40-80,40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2563 1602,'-160'80,"-41"-80,-199 0,280 0,40 0,-41 0,-39 0,-80 0,120-80,-40 39,-41 1,81 0,40-40,-40 80,40-40,40-40,-40 80,80-80,-80 40,80 0,0-120,120-121,40 1,-40 160,0 40,-40 40,40 0,-39 0,39-40,-40 80,40 0,40 0,120 0,161 160,-121-160,-119 40,-41 40,-40-40,-120 0,0 0,0 160,0 81,-80-81,-120-120,80 80,-1-120,41 0,80 40,-40-40,40-40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0 1161,'80'-40,"40"-80,200-40,-120 79,481-159,-280 120,79 80,41-120,120 80,921-40,480 120,-1080 0,-242 0,-199 0,-80 0,-401 0,40 0,-40 0,0 0,-40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1962 1401,'-40'0,"0"40,-80 80,40-120,0 0,-121 41,121-41,40 0,-120 0,120 0,-80 0,-40 0,119 0,-119 0,80 0,-40 0,80-41,0-79,-80 80,80 0,-40-160,0 80,80 80,0-40,0 0,0-1,0-119,160 40,0 0,40 120,81-40,-81 0,-40 40,-120 40,80 0,-40 0,321 200,-281-200,-40 200,-80-80,0 0,0 41,0 79,0-80,0 40,0-40,-40-160,40 41,-40-41,40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0 560,'0'-40,"160"-80,-40 80,280 0,-199 0,319-80,81 80,80-80,-361 120,-39 0,-81 0,-80 0,80 0,-80 0,-39 0,119 0,0 0,-120 0,40 80,41-40,-121 0,120-40,-120 0,40 0,-40 0,0 0,0 40,160 40,1-40,-81-40,-80 0,-40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4405 1762,'-80'0,"-240"0,-121 0,-360-40,-40-121,440 121,41-120,0 160,-81-200,361 120,-40 80,80-120,0 80,-40-80,80 79,0-39,0-80,0 40,160 40,80-80,80 120,41 0,39-40,-79 80,159 0,-79 0,-1 0,1 0,200 0,-401 0,40 0,-160 80,0-80,41 80,-41 80,0 40,-80-120,0 281,0-161,0-80,0-80,0 0,0 0,-40-40,40 80,-40 0,40-39,-80 39,80-40,0 0,-40-40,40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0 280,'40'-40,"40"40,40-200,160 160,-80 40,1 0,-121 0,-40 0,-40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2443 1321,'-40'0,"-121"0,-39 40,-120-40,119 0,-399 0,399 0,-39 0,80 0,40 0,40 0,40 0,0 0,0-40,40-80,80-80,120-41,-160 81,80 0,-40 120,-80-120,120-40,-40 160,121 40,-41 0,80 0,441 0,-160 0,-361 0,-120 0,40 0,-40 0,-40 40,40 80,-40-80,0 120,0-120,0 120,-40-120,0 80,-40 1,80-1,-40-120,40 40,0 0,-40 40,0 0,-40-80,80 40,0-40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0 360,'40'0,"0"-40,400-80,561-40,561 120,-520 40,1481 0,-80 0,-801 0,-1041 0,80 0,-361 0,-120 120,1-40,-81-40,-80-40,0 80,-40-40,0-40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4005 1802,'-41'0,"-39"0,0 0,-40 0,40 0,-160 0,120 0,39 0,1 0,-40 0,0 0,80 0,-80 0,40 0,-40 0,40 0,-161 0,121 0,-240-40,320 40,-161-40,-79-80,160 120,-120-41,39 1,41-80,0 120,40-80,40 0,80 40,-40-40,0-40,40 40,0-81,0 121,0-40,40 40,0-40,160-40,-80 40,-40 0,80 40,1 0,119 0,-160-40,-80 80,80 0,0-40,-40 40,161 0,-161 0,80 0,160 0,-199 0,39 0,40 40,-160 40,80 0,-40 80,121 40,-1 41,-80-121,-80-40,-40 40,40-40,-40 120,0-40,0-79,0-1,0 0,0 40,0-80,0-40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0 1281,'40'-40,"0"40,681-240,160 40,120-81,321 81,440-80,-1041 240,-121 40,1 0,-80 0,40 0,39 80,-480-80,1 0,-81 0,0 0,-40 40,80 80,-40-80,0 120,0-80,-40-80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3924 1401,'-120'0,"-360"0,-241 0,-40 0,440 0,-319-40,359-80,-39 40,160-40,120 80,0-80,0 40,80-161,40 121,120-80,0 160,-40-80,1 80,-1 40,240-40,-119 40,-41 0,80 0,-39 0,279 40,-359 80,39-80,-80 40,80 80,-159-160,-41 40,0 80,0-80,80 161,-80-1,-40-80,0-40,0 40,0-40,0 40,0-39,-40-81,0 120,-40-80,80-40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0 320,'40'-40,"40"-40,240 40,161-120,-201 160,0 0,-39 0,159 0,-280 0,41 0,-41 0,0 0,40 80,-80-80,40 40,-80 0,40-40,81 40,-41 80,-80-120,-40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5727 2443,'-40'0,"-121"0,41 0,-280 0,200 0,-81 80,81-80,120 0,-40 0,-81 40,81 0,40-40,40 0,-120 0,120 40,0-40,-80 0,80 0,-40 0,-41 0,-79 0,120 0,-40 0,80 0,-120 0,80 0,-1 0,-119 0,0-40,80 40,40-40,0 40,40 0,-41-40,41 40,-40-80,0 80,40 0,-40-40,0 40,-40 0,-80-41,119 41,-39-40,40 40,40 0,0-80,0 80,-40-40,40 40,0-40,0 0,-40 40,80-80,0 40,-80-40,80 0,0 40,-40-120,40 120,0-1,0 1,0-80,0 80,0 0,0-80,0-80,0 160,0-120,80-1,-40 121,-40 0,0-80,80 80,0-40,-40 0,-40 40,80 40,0-40,40 0,-40 40,41-80,-41 40,40 40,0 0,0 0,40 0,41 0,199 0,-80 0,1 0,-81 0,0 0,-159 0,39 0,-40 0,40 0,40 0,-40 0,0 40,81 80,-1-80,0 0,-80 80,-80-80,0-40,41 0,-41 120,-40-40,40-80,0 160,160 81,-120-201,-40 120,40-40,-80-40,0 121,0-81,0-40,0-40,0 40,0-40,0 0,0 0,0 40,0 0,0 40,0-39,-40-41,40 40,0-80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ff0000"/>
      <inkml:brushProperty name="fitToCurve" value="1"/>
    </inkml:brush>
  </inkml:definitions>
  <inkml:trace contextRef="#ctx0" brushRef="#br0">0 1001,'40'0,"-40"-40,80-40,200 0,-40-41,161 41,-1-40,481 0,41-80,-522 80,1 120,-1-40,-200 40,81 0,-161 0,0 0,-40 0,40 0,-80 0,0 40,81-40,-41 0,40 40,-80 40,0-80,-40 0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4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34364988699.png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8541196894.png"></Relationship><Relationship Id="rId3" Type="http://schemas.openxmlformats.org/officeDocument/2006/relationships/customXml" Target="../ink/ink1.xml"></Relationship><Relationship Id="rId4" Type="http://schemas.openxmlformats.org/officeDocument/2006/relationships/image" Target="../media/fImage2556120189.emf"></Relationship><Relationship Id="rId5" Type="http://schemas.openxmlformats.org/officeDocument/2006/relationships/customXml" Target="../ink/ink2.xml"></Relationship><Relationship Id="rId6" Type="http://schemas.openxmlformats.org/officeDocument/2006/relationships/image" Target="../media/fImage15961215094.emf"></Relationship><Relationship Id="rId7" Type="http://schemas.openxmlformats.org/officeDocument/2006/relationships/customXml" Target="../ink/ink3.xml"></Relationship><Relationship Id="rId8" Type="http://schemas.openxmlformats.org/officeDocument/2006/relationships/image" Target="../media/fImage9161225993.emf"></Relationship><Relationship Id="rId9" Type="http://schemas.openxmlformats.org/officeDocument/2006/relationships/customXml" Target="../ink/ink4.xml"></Relationship><Relationship Id="rId10" Type="http://schemas.openxmlformats.org/officeDocument/2006/relationships/image" Target="../media/fImage6361231699.emf"></Relationship><Relationship Id="rId11" Type="http://schemas.openxmlformats.org/officeDocument/2006/relationships/customXml" Target="../ink/ink5.xml"></Relationship><Relationship Id="rId12" Type="http://schemas.openxmlformats.org/officeDocument/2006/relationships/image" Target="../media/fImage7561241516.emf"></Relationship><Relationship Id="rId13" Type="http://schemas.openxmlformats.org/officeDocument/2006/relationships/customXml" Target="../ink/ink6.xml"></Relationship><Relationship Id="rId14" Type="http://schemas.openxmlformats.org/officeDocument/2006/relationships/image" Target="../media/fImage7961252687.emf"></Relationship><Relationship Id="rId15" Type="http://schemas.openxmlformats.org/officeDocument/2006/relationships/customXml" Target="../ink/ink7.xml"></Relationship><Relationship Id="rId16" Type="http://schemas.openxmlformats.org/officeDocument/2006/relationships/image" Target="../media/fImage10761269960.emf"></Relationship><Relationship Id="rId17" Type="http://schemas.openxmlformats.org/officeDocument/2006/relationships/customXml" Target="../ink/ink8.xml"></Relationship><Relationship Id="rId18" Type="http://schemas.openxmlformats.org/officeDocument/2006/relationships/image" Target="../media/fImage6361279716.emf"></Relationship><Relationship Id="rId19" Type="http://schemas.openxmlformats.org/officeDocument/2006/relationships/customXml" Target="../ink/ink9.xml"></Relationship><Relationship Id="rId20" Type="http://schemas.openxmlformats.org/officeDocument/2006/relationships/image" Target="../media/fImage6761283061.emf"></Relationship><Relationship Id="rId21" Type="http://schemas.openxmlformats.org/officeDocument/2006/relationships/customXml" Target="../ink/ink10.xml"></Relationship><Relationship Id="rId22" Type="http://schemas.openxmlformats.org/officeDocument/2006/relationships/image" Target="../media/fImage7961293074.emf"></Relationship><Relationship Id="rId23" Type="http://schemas.openxmlformats.org/officeDocument/2006/relationships/customXml" Target="../ink/ink11.xml"></Relationship><Relationship Id="rId24" Type="http://schemas.openxmlformats.org/officeDocument/2006/relationships/image" Target="../media/fImage8361304892.emf"></Relationship><Relationship Id="rId25" Type="http://schemas.openxmlformats.org/officeDocument/2006/relationships/customXml" Target="../ink/ink12.xml"></Relationship><Relationship Id="rId26" Type="http://schemas.openxmlformats.org/officeDocument/2006/relationships/image" Target="../media/fImage8361314511.emf"></Relationship><Relationship Id="rId27" Type="http://schemas.openxmlformats.org/officeDocument/2006/relationships/customXml" Target="../ink/ink13.xml"></Relationship><Relationship Id="rId28" Type="http://schemas.openxmlformats.org/officeDocument/2006/relationships/image" Target="../media/fImage9961324153.emf"></Relationship><Relationship Id="rId29" Type="http://schemas.openxmlformats.org/officeDocument/2006/relationships/customXml" Target="../ink/ink14.xml"></Relationship><Relationship Id="rId30" Type="http://schemas.openxmlformats.org/officeDocument/2006/relationships/image" Target="../media/fImage12761339692.emf"></Relationship><Relationship Id="rId31" Type="http://schemas.openxmlformats.org/officeDocument/2006/relationships/customXml" Target="../ink/ink15.xml"></Relationship><Relationship Id="rId32" Type="http://schemas.openxmlformats.org/officeDocument/2006/relationships/image" Target="../media/fImage10761341441.emf"></Relationship><Relationship Id="rId33" Type="http://schemas.openxmlformats.org/officeDocument/2006/relationships/customXml" Target="../ink/ink16.xml"></Relationship><Relationship Id="rId34" Type="http://schemas.openxmlformats.org/officeDocument/2006/relationships/image" Target="../media/fImage10761352389.emf"></Relationship><Relationship Id="rId35" Type="http://schemas.openxmlformats.org/officeDocument/2006/relationships/customXml" Target="../ink/ink17.xml"></Relationship><Relationship Id="rId36" Type="http://schemas.openxmlformats.org/officeDocument/2006/relationships/image" Target="../media/fImage8361364581.emf"></Relationship><Relationship Id="rId37" Type="http://schemas.openxmlformats.org/officeDocument/2006/relationships/customXml" Target="../ink/ink18.xml"></Relationship><Relationship Id="rId38" Type="http://schemas.openxmlformats.org/officeDocument/2006/relationships/image" Target="../media/fImage9561376375.emf"></Relationship><Relationship Id="rId39" Type="http://schemas.openxmlformats.org/officeDocument/2006/relationships/customXml" Target="../ink/ink19.xml"></Relationship><Relationship Id="rId40" Type="http://schemas.openxmlformats.org/officeDocument/2006/relationships/image" Target="../media/fImage7961385958.emf"></Relationship><Relationship Id="rId41" Type="http://schemas.openxmlformats.org/officeDocument/2006/relationships/customXml" Target="../ink/ink20.xml"></Relationship><Relationship Id="rId42" Type="http://schemas.openxmlformats.org/officeDocument/2006/relationships/image" Target="../media/fImage12761399490.emf"></Relationship><Relationship Id="rId43" Type="http://schemas.openxmlformats.org/officeDocument/2006/relationships/customXml" Target="../ink/ink21.xml"></Relationship><Relationship Id="rId44" Type="http://schemas.openxmlformats.org/officeDocument/2006/relationships/image" Target="../media/fImage11961403119.emf"></Relationship><Relationship Id="rId45" Type="http://schemas.openxmlformats.org/officeDocument/2006/relationships/customXml" Target="../ink/ink22.xml"></Relationship><Relationship Id="rId46" Type="http://schemas.openxmlformats.org/officeDocument/2006/relationships/image" Target="../media/fImage836141646.emf"></Relationship><Relationship Id="rId47" Type="http://schemas.openxmlformats.org/officeDocument/2006/relationships/customXml" Target="../ink/ink23.xml"></Relationship><Relationship Id="rId48" Type="http://schemas.openxmlformats.org/officeDocument/2006/relationships/image" Target="../media/fImage8361421727.emf"></Relationship><Relationship Id="rId49" Type="http://schemas.openxmlformats.org/officeDocument/2006/relationships/customXml" Target="../ink/ink24.xml"></Relationship><Relationship Id="rId50" Type="http://schemas.openxmlformats.org/officeDocument/2006/relationships/image" Target="../media/fImage10761433605.emf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531088288.png"></Relationship><Relationship Id="rId3" Type="http://schemas.openxmlformats.org/officeDocument/2006/relationships/image" Target="../media/fImage1095531095737.png"></Relationship><Relationship Id="rId4" Type="http://schemas.openxmlformats.org/officeDocument/2006/relationships/customXml" Target="../ink/ink25.xml"></Relationship><Relationship Id="rId5" Type="http://schemas.openxmlformats.org/officeDocument/2006/relationships/image" Target="../media/fImage4441443672.emf"></Relationship><Relationship Id="rId6" Type="http://schemas.openxmlformats.org/officeDocument/2006/relationships/customXml" Target="../ink/ink26.xml"></Relationship><Relationship Id="rId7" Type="http://schemas.openxmlformats.org/officeDocument/2006/relationships/image" Target="../media/fImage94361451882.emf"></Relationship><Relationship Id="rId8" Type="http://schemas.openxmlformats.org/officeDocument/2006/relationships/customXml" Target="../ink/ink27.xml"></Relationship><Relationship Id="rId9" Type="http://schemas.openxmlformats.org/officeDocument/2006/relationships/image" Target="../media/fImage99614681.emf"></Relationship><Relationship Id="rId10" Type="http://schemas.openxmlformats.org/officeDocument/2006/relationships/customXml" Target="../ink/ink28.xml"></Relationship><Relationship Id="rId11" Type="http://schemas.openxmlformats.org/officeDocument/2006/relationships/image" Target="../media/fImage9561479623.emf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531117102.png"></Relationship><Relationship Id="rId3" Type="http://schemas.openxmlformats.org/officeDocument/2006/relationships/image" Target="../media/fImage1095531127961.png"></Relationship><Relationship Id="rId4" Type="http://schemas.openxmlformats.org/officeDocument/2006/relationships/customXml" Target="../ink/ink29.xml"></Relationship><Relationship Id="rId5" Type="http://schemas.openxmlformats.org/officeDocument/2006/relationships/image" Target="../media/fImage23961517290.emf"></Relationship><Relationship Id="rId6" Type="http://schemas.openxmlformats.org/officeDocument/2006/relationships/customXml" Target="../ink/ink30.xml"></Relationship><Relationship Id="rId7" Type="http://schemas.openxmlformats.org/officeDocument/2006/relationships/image" Target="../media/fImage11961523579.emf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531144414.png"></Relationship><Relationship Id="rId3" Type="http://schemas.openxmlformats.org/officeDocument/2006/relationships/image" Target="../media/fImage1095531155746.png"></Relationship><Relationship Id="rId4" Type="http://schemas.openxmlformats.org/officeDocument/2006/relationships/customXml" Target="../ink/ink31.xml"></Relationship><Relationship Id="rId5" Type="http://schemas.openxmlformats.org/officeDocument/2006/relationships/image" Target="../media/fImage23961588777.emf"></Relationship><Relationship Id="rId6" Type="http://schemas.openxmlformats.org/officeDocument/2006/relationships/customXml" Target="../ink/ink32.xml"></Relationship><Relationship Id="rId7" Type="http://schemas.openxmlformats.org/officeDocument/2006/relationships/image" Target="../media/fImage16761606577.emf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531171310.png"></Relationship><Relationship Id="rId3" Type="http://schemas.openxmlformats.org/officeDocument/2006/relationships/image" Target="../media/fImage1095531183089.png"></Relationship><Relationship Id="rId4" Type="http://schemas.openxmlformats.org/officeDocument/2006/relationships/customXml" Target="../ink/ink33.xml"></Relationship><Relationship Id="rId5" Type="http://schemas.openxmlformats.org/officeDocument/2006/relationships/image" Target="../media/fImage24761636735.emf"></Relationship><Relationship Id="rId6" Type="http://schemas.openxmlformats.org/officeDocument/2006/relationships/customXml" Target="../ink/ink34.xml"></Relationship><Relationship Id="rId7" Type="http://schemas.openxmlformats.org/officeDocument/2006/relationships/image" Target="../media/fImage7561647237.emf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531666432.png"></Relationship><Relationship Id="rId3" Type="http://schemas.openxmlformats.org/officeDocument/2006/relationships/image" Target="../media/fImage109553167348.png"></Relationship><Relationship Id="rId4" Type="http://schemas.openxmlformats.org/officeDocument/2006/relationships/customXml" Target="../ink/ink35.xml"></Relationship><Relationship Id="rId5" Type="http://schemas.openxmlformats.org/officeDocument/2006/relationships/image" Target="../media/fImage2396189866.emf"></Relationship><Relationship Id="rId6" Type="http://schemas.openxmlformats.org/officeDocument/2006/relationships/customXml" Target="../ink/ink36.xml"></Relationship><Relationship Id="rId7" Type="http://schemas.openxmlformats.org/officeDocument/2006/relationships/image" Target="../media/fImage11561905270.emf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531848802.png"></Relationship><Relationship Id="rId3" Type="http://schemas.openxmlformats.org/officeDocument/2006/relationships/image" Target="../media/fImage1095531859801.png"></Relationship><Relationship Id="rId4" Type="http://schemas.openxmlformats.org/officeDocument/2006/relationships/customXml" Target="../ink/ink37.xml"></Relationship><Relationship Id="rId5" Type="http://schemas.openxmlformats.org/officeDocument/2006/relationships/image" Target="../media/fImage33161929835.emf"></Relationship><Relationship Id="rId6" Type="http://schemas.openxmlformats.org/officeDocument/2006/relationships/customXml" Target="../ink/ink38.xml"></Relationship><Relationship Id="rId7" Type="http://schemas.openxmlformats.org/officeDocument/2006/relationships/image" Target="../media/fImage13161936350.emf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531877014.png"></Relationship><Relationship Id="rId3" Type="http://schemas.openxmlformats.org/officeDocument/2006/relationships/image" Target="../media/fImage1095531883008.png"></Relationship><Relationship Id="rId4" Type="http://schemas.openxmlformats.org/officeDocument/2006/relationships/customXml" Target="../ink/ink39.xml"></Relationship><Relationship Id="rId5" Type="http://schemas.openxmlformats.org/officeDocument/2006/relationships/image" Target="../media/fImage21961948194.emf"></Relationship><Relationship Id="rId6" Type="http://schemas.openxmlformats.org/officeDocument/2006/relationships/customXml" Target="../ink/ink40.xml"></Relationship><Relationship Id="rId7" Type="http://schemas.openxmlformats.org/officeDocument/2006/relationships/image" Target="../media/fImage12361956597.emf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531978096.png"></Relationship><Relationship Id="rId3" Type="http://schemas.openxmlformats.org/officeDocument/2006/relationships/image" Target="../media/fImage109553198135.png"></Relationship><Relationship Id="rId4" Type="http://schemas.openxmlformats.org/officeDocument/2006/relationships/customXml" Target="../ink/ink41.xml"></Relationship><Relationship Id="rId5" Type="http://schemas.openxmlformats.org/officeDocument/2006/relationships/image" Target="../media/fImage56362016793.emf"></Relationship><Relationship Id="rId6" Type="http://schemas.openxmlformats.org/officeDocument/2006/relationships/customXml" Target="../ink/ink42.xml"></Relationship><Relationship Id="rId7" Type="http://schemas.openxmlformats.org/officeDocument/2006/relationships/image" Target="../media/fImage14362027375.emf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331752175529.png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14693223716.png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76372325632.png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72442331670.png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02272418536.png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49002453566.png"></Relationship><Relationship Id="rId3" Type="http://schemas.openxmlformats.org/officeDocument/2006/relationships/image" Target="../media/fImage66505248134.png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531552461365.png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727772495083.png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073192504278.png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33002552688.png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345152561650.png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37212615699.png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537126668.png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133982706660.png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>
                <a:latin typeface="나눔바른고딕" charset="0"/>
                <a:ea typeface="나눔바른고딕" charset="0"/>
              </a:rPr>
              <a:t>네트워크 계층</a:t>
            </a:r>
            <a:endParaRPr lang="ko-KR" altLang="en-US">
              <a:latin typeface="나눔바른고딕" charset="0"/>
              <a:ea typeface="나눔바른고딕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1656080"/>
          </a:xfr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3-1 LAN을 넘어서는 네트워크 계층</a:t>
            </a:r>
            <a:endParaRPr lang="ko-KR" altLang="en-US"/>
          </a:p>
          <a:p>
            <a:pPr marL="0" indent="0">
              <a:buFontTx/>
              <a:buNone/>
            </a:pPr>
            <a:r>
              <a:rPr lang="ko-KR" altLang="en-US"/>
              <a:t>3-2 I</a:t>
            </a:r>
            <a:r>
              <a:rPr lang="ko-KR" altLang="en-US"/>
              <a:t>P주소 (중요!)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데이터 링크 계층의 한계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다른 네트워크까지의 “도달 경로” 파악 어려움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MAC 주소만으로는 모든 네트워크에 속한 모든 호스트의 위치 특정하기 어려움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/>
          </a:p>
        </p:txBody>
      </p:sp>
      <p:pic>
        <p:nvPicPr>
          <p:cNvPr id="4" name="그림 3" descr="/temp/fImage3436498869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01980" y="3810635"/>
            <a:ext cx="11008995" cy="18268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IP주소 분류 - </a:t>
            </a:r>
            <a:r>
              <a:rPr lang="ko-KR" altLang="en-US"/>
              <a:t>소의 기능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M</a:t>
            </a:r>
            <a:r>
              <a:rPr lang="ko-KR" altLang="en-US"/>
              <a:t>TU </a:t>
            </a:r>
            <a:r>
              <a:rPr lang="ko-KR" altLang="en-US"/>
              <a:t>=&gt; 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한 번에 전송 가능한 IP 패킷의 최대 크기</a:t>
            </a:r>
            <a:endParaRPr lang="ko-KR" altLang="en-US"/>
          </a:p>
        </p:txBody>
      </p:sp>
      <p:pic>
        <p:nvPicPr>
          <p:cNvPr id="4" name="그림 6" descr="/temp/fImage6854119689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186430" y="4253230"/>
            <a:ext cx="4744085" cy="147129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7"/>
              <p14:cNvContentPartPr/>
              <p14:nvPr/>
            </p14:nvContentPartPr>
            <p14:xfrm>
              <a:off x="2335530" y="4109085"/>
              <a:ext cx="2552065" cy="1543050"/>
            </p14:xfrm>
          </p:contentPart>
        </mc:Choice>
        <mc:Fallback>
          <p:pic>
            <p:nvPicPr>
              <p:cNvPr id="5" name="잉크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5530" y="4109085"/>
                <a:ext cx="2552065" cy="1543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8"/>
              <p14:cNvContentPartPr/>
              <p14:nvPr/>
            </p14:nvContentPartPr>
            <p14:xfrm>
              <a:off x="2566035" y="5608955"/>
              <a:ext cx="288290" cy="374650"/>
            </p14:xfrm>
          </p:contentPart>
        </mc:Choice>
        <mc:Fallback>
          <p:pic>
            <p:nvPicPr>
              <p:cNvPr id="6" name="잉크 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6035" y="5608955"/>
                <a:ext cx="288290" cy="374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잉크 9"/>
              <p14:cNvContentPartPr/>
              <p14:nvPr/>
            </p14:nvContentPartPr>
            <p14:xfrm>
              <a:off x="2522855" y="5824855"/>
              <a:ext cx="57785" cy="302895"/>
            </p14:xfrm>
          </p:contentPart>
        </mc:Choice>
        <mc:Fallback>
          <p:pic>
            <p:nvPicPr>
              <p:cNvPr id="7" name="잉크 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22855" y="5824855"/>
                <a:ext cx="57785" cy="3028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잉크 10"/>
              <p14:cNvContentPartPr/>
              <p14:nvPr/>
            </p14:nvContentPartPr>
            <p14:xfrm>
              <a:off x="2350135" y="6185535"/>
              <a:ext cx="533400" cy="57785"/>
            </p14:xfrm>
          </p:contentPart>
        </mc:Choice>
        <mc:Fallback>
          <p:pic>
            <p:nvPicPr>
              <p:cNvPr id="8" name="잉크 1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50135" y="6185535"/>
                <a:ext cx="533400" cy="57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잉크 11"/>
              <p14:cNvContentPartPr/>
              <p14:nvPr/>
            </p14:nvContentPartPr>
            <p14:xfrm>
              <a:off x="2811145" y="6315075"/>
              <a:ext cx="173355" cy="231140"/>
            </p14:xfrm>
          </p:contentPart>
        </mc:Choice>
        <mc:Fallback>
          <p:pic>
            <p:nvPicPr>
              <p:cNvPr id="9" name="잉크 11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11145" y="6315075"/>
                <a:ext cx="173355" cy="231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잉크 12"/>
              <p14:cNvContentPartPr/>
              <p14:nvPr/>
            </p14:nvContentPartPr>
            <p14:xfrm>
              <a:off x="3243580" y="5753100"/>
              <a:ext cx="288925" cy="71755"/>
            </p14:xfrm>
          </p:contentPart>
        </mc:Choice>
        <mc:Fallback>
          <p:pic>
            <p:nvPicPr>
              <p:cNvPr id="10" name="잉크 1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43580" y="5753100"/>
                <a:ext cx="288925" cy="717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잉크 13"/>
              <p14:cNvContentPartPr/>
              <p14:nvPr/>
            </p14:nvContentPartPr>
            <p14:xfrm>
              <a:off x="3143250" y="5738495"/>
              <a:ext cx="389255" cy="461645"/>
            </p14:xfrm>
          </p:contentPart>
        </mc:Choice>
        <mc:Fallback>
          <p:pic>
            <p:nvPicPr>
              <p:cNvPr id="11" name="잉크 13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43250" y="5738495"/>
                <a:ext cx="389255" cy="461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잉크 14"/>
              <p14:cNvContentPartPr/>
              <p14:nvPr/>
            </p14:nvContentPartPr>
            <p14:xfrm>
              <a:off x="3171825" y="5969000"/>
              <a:ext cx="346075" cy="0"/>
            </p14:xfrm>
          </p:contentPart>
        </mc:Choice>
        <mc:Fallback>
          <p:pic>
            <p:nvPicPr>
              <p:cNvPr id="12" name="잉크 14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71825" y="5969000"/>
                <a:ext cx="346075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잉크 15"/>
              <p14:cNvContentPartPr/>
              <p14:nvPr/>
            </p14:nvContentPartPr>
            <p14:xfrm>
              <a:off x="3561080" y="5868035"/>
              <a:ext cx="115570" cy="100965"/>
            </p14:xfrm>
          </p:contentPart>
        </mc:Choice>
        <mc:Fallback>
          <p:pic>
            <p:nvPicPr>
              <p:cNvPr id="13" name="잉크 15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61080" y="5868035"/>
                <a:ext cx="115570" cy="100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잉크 16"/>
              <p14:cNvContentPartPr/>
              <p14:nvPr/>
            </p14:nvContentPartPr>
            <p14:xfrm>
              <a:off x="3748405" y="5680710"/>
              <a:ext cx="43180" cy="375285"/>
            </p14:xfrm>
          </p:contentPart>
        </mc:Choice>
        <mc:Fallback>
          <p:pic>
            <p:nvPicPr>
              <p:cNvPr id="14" name="잉크 16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48405" y="5680710"/>
                <a:ext cx="43180" cy="375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잉크 17"/>
              <p14:cNvContentPartPr/>
              <p14:nvPr/>
            </p14:nvContentPartPr>
            <p14:xfrm>
              <a:off x="3892550" y="5738495"/>
              <a:ext cx="29209" cy="302895"/>
            </p14:xfrm>
          </p:contentPart>
        </mc:Choice>
        <mc:Fallback>
          <p:pic>
            <p:nvPicPr>
              <p:cNvPr id="15" name="잉크 17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892550" y="5738495"/>
                <a:ext cx="29209" cy="3028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잉크 18"/>
              <p14:cNvContentPartPr/>
              <p14:nvPr/>
            </p14:nvContentPartPr>
            <p14:xfrm>
              <a:off x="3719830" y="6127750"/>
              <a:ext cx="144145" cy="216535"/>
            </p14:xfrm>
          </p:contentPart>
        </mc:Choice>
        <mc:Fallback>
          <p:pic>
            <p:nvPicPr>
              <p:cNvPr id="16" name="잉크 18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719830" y="6127750"/>
                <a:ext cx="144145" cy="2165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잉크 19"/>
              <p14:cNvContentPartPr/>
              <p14:nvPr/>
            </p14:nvContentPartPr>
            <p14:xfrm>
              <a:off x="3777614" y="6271895"/>
              <a:ext cx="259080" cy="144145"/>
            </p14:xfrm>
          </p:contentPart>
        </mc:Choice>
        <mc:Fallback>
          <p:pic>
            <p:nvPicPr>
              <p:cNvPr id="17" name="잉크 19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777614" y="6271895"/>
                <a:ext cx="259080" cy="144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잉크 20"/>
              <p14:cNvContentPartPr/>
              <p14:nvPr/>
            </p14:nvContentPartPr>
            <p14:xfrm>
              <a:off x="4210050" y="5738495"/>
              <a:ext cx="389255" cy="951865"/>
            </p14:xfrm>
          </p:contentPart>
        </mc:Choice>
        <mc:Fallback>
          <p:pic>
            <p:nvPicPr>
              <p:cNvPr id="18" name="잉크 20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210050" y="5738495"/>
                <a:ext cx="389255" cy="951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9" name="잉크 21"/>
              <p14:cNvContentPartPr/>
              <p14:nvPr/>
            </p14:nvContentPartPr>
            <p14:xfrm>
              <a:off x="4613275" y="6228715"/>
              <a:ext cx="100965" cy="158750"/>
            </p14:xfrm>
          </p:contentPart>
        </mc:Choice>
        <mc:Fallback>
          <p:pic>
            <p:nvPicPr>
              <p:cNvPr id="19" name="잉크 21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13275" y="6228715"/>
                <a:ext cx="100965" cy="1587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" name="잉크 22"/>
              <p14:cNvContentPartPr/>
              <p14:nvPr/>
            </p14:nvContentPartPr>
            <p14:xfrm>
              <a:off x="4786630" y="6185535"/>
              <a:ext cx="158750" cy="215900"/>
            </p14:xfrm>
          </p:contentPart>
        </mc:Choice>
        <mc:Fallback>
          <p:pic>
            <p:nvPicPr>
              <p:cNvPr id="20" name="잉크 22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786630" y="6185535"/>
                <a:ext cx="158750" cy="215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" name="잉크 23"/>
              <p14:cNvContentPartPr/>
              <p14:nvPr/>
            </p14:nvContentPartPr>
            <p14:xfrm>
              <a:off x="4945380" y="6185535"/>
              <a:ext cx="389255" cy="71755"/>
            </p14:xfrm>
          </p:contentPart>
        </mc:Choice>
        <mc:Fallback>
          <p:pic>
            <p:nvPicPr>
              <p:cNvPr id="21" name="잉크 23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45380" y="6185535"/>
                <a:ext cx="389255" cy="717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2" name="잉크 24"/>
              <p14:cNvContentPartPr/>
              <p14:nvPr/>
            </p14:nvContentPartPr>
            <p14:xfrm>
              <a:off x="5219065" y="5983605"/>
              <a:ext cx="43180" cy="432435"/>
            </p14:xfrm>
          </p:contentPart>
        </mc:Choice>
        <mc:Fallback>
          <p:pic>
            <p:nvPicPr>
              <p:cNvPr id="22" name="잉크 24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219065" y="5983605"/>
                <a:ext cx="43180" cy="4324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3" name="잉크 25"/>
              <p14:cNvContentPartPr/>
              <p14:nvPr/>
            </p14:nvContentPartPr>
            <p14:xfrm>
              <a:off x="5262245" y="6257290"/>
              <a:ext cx="288290" cy="187960"/>
            </p14:xfrm>
          </p:contentPart>
        </mc:Choice>
        <mc:Fallback>
          <p:pic>
            <p:nvPicPr>
              <p:cNvPr id="23" name="잉크 25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262245" y="6257290"/>
                <a:ext cx="288290" cy="18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4" name="잉크 26"/>
              <p14:cNvContentPartPr/>
              <p14:nvPr/>
            </p14:nvContentPartPr>
            <p14:xfrm>
              <a:off x="5377815" y="6228715"/>
              <a:ext cx="158750" cy="302895"/>
            </p14:xfrm>
          </p:contentPart>
        </mc:Choice>
        <mc:Fallback>
          <p:pic>
            <p:nvPicPr>
              <p:cNvPr id="24" name="잉크 26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377815" y="6228715"/>
                <a:ext cx="158750" cy="3028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5" name="잉크 27"/>
              <p14:cNvContentPartPr/>
              <p14:nvPr/>
            </p14:nvContentPartPr>
            <p14:xfrm>
              <a:off x="5694680" y="6271895"/>
              <a:ext cx="173355" cy="201930"/>
            </p14:xfrm>
          </p:contentPart>
        </mc:Choice>
        <mc:Fallback>
          <p:pic>
            <p:nvPicPr>
              <p:cNvPr id="25" name="잉크 27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694680" y="6271895"/>
                <a:ext cx="173355" cy="201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6" name="잉크 28"/>
              <p14:cNvContentPartPr/>
              <p14:nvPr/>
            </p14:nvContentPartPr>
            <p14:xfrm>
              <a:off x="5911215" y="6271895"/>
              <a:ext cx="504825" cy="43180"/>
            </p14:xfrm>
          </p:contentPart>
        </mc:Choice>
        <mc:Fallback>
          <p:pic>
            <p:nvPicPr>
              <p:cNvPr id="26" name="잉크 28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911215" y="6271895"/>
                <a:ext cx="504825" cy="43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7" name="잉크 29"/>
              <p14:cNvContentPartPr/>
              <p14:nvPr/>
            </p14:nvContentPartPr>
            <p14:xfrm>
              <a:off x="6257290" y="6026785"/>
              <a:ext cx="115570" cy="706755"/>
            </p14:xfrm>
          </p:contentPart>
        </mc:Choice>
        <mc:Fallback>
          <p:pic>
            <p:nvPicPr>
              <p:cNvPr id="27" name="잉크 29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257290" y="6026785"/>
                <a:ext cx="115570" cy="7067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8" name="잉크 30"/>
              <p14:cNvContentPartPr/>
              <p14:nvPr/>
            </p14:nvContentPartPr>
            <p14:xfrm>
              <a:off x="6631940" y="5796280"/>
              <a:ext cx="533400" cy="1009015"/>
            </p14:xfrm>
          </p:contentPart>
        </mc:Choice>
        <mc:Fallback>
          <p:pic>
            <p:nvPicPr>
              <p:cNvPr id="28" name="잉크 30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631940" y="5796280"/>
                <a:ext cx="533400" cy="100901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 패킷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4" descr="/temp/fImage653108828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267335" cy="286385"/>
          </a:xfrm>
          <a:prstGeom prst="rect"/>
          <a:noFill/>
        </p:spPr>
      </p:pic>
      <p:pic>
        <p:nvPicPr>
          <p:cNvPr id="5" name="그림 5" descr="/temp/fImage109553109573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41375" y="1796415"/>
            <a:ext cx="7525385" cy="442531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31"/>
              <p14:cNvContentPartPr/>
              <p14:nvPr/>
            </p14:nvContentPartPr>
            <p14:xfrm>
              <a:off x="6631940" y="-389255"/>
              <a:ext cx="14604" cy="14604"/>
            </p14:xfrm>
          </p:contentPart>
        </mc:Choice>
        <mc:Fallback>
          <p:pic>
            <p:nvPicPr>
              <p:cNvPr id="6" name="잉크 3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31940" y="-389255"/>
                <a:ext cx="14604" cy="146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32"/>
              <p14:cNvContentPartPr/>
              <p14:nvPr/>
            </p14:nvContentPartPr>
            <p14:xfrm>
              <a:off x="2955290" y="2797175"/>
              <a:ext cx="5118735" cy="346075"/>
            </p14:xfrm>
          </p:contentPart>
        </mc:Choice>
        <mc:Fallback>
          <p:pic>
            <p:nvPicPr>
              <p:cNvPr id="7" name="잉크 3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55290" y="2797175"/>
                <a:ext cx="5118735" cy="346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잉크 33"/>
              <p14:cNvContentPartPr/>
              <p14:nvPr/>
            </p14:nvContentPartPr>
            <p14:xfrm>
              <a:off x="7929880" y="2811780"/>
              <a:ext cx="864870" cy="201930"/>
            </p14:xfrm>
          </p:contentPart>
        </mc:Choice>
        <mc:Fallback>
          <p:pic>
            <p:nvPicPr>
              <p:cNvPr id="8" name="잉크 3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29880" y="2811780"/>
                <a:ext cx="864870" cy="201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잉크 34"/>
              <p14:cNvContentPartPr/>
              <p14:nvPr/>
            </p14:nvContentPartPr>
            <p14:xfrm>
              <a:off x="8794750" y="2667635"/>
              <a:ext cx="288290" cy="533400"/>
            </p14:xfrm>
          </p:contentPart>
        </mc:Choice>
        <mc:Fallback>
          <p:pic>
            <p:nvPicPr>
              <p:cNvPr id="9" name="잉크 3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4750" y="2667635"/>
                <a:ext cx="288290" cy="533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텍스트 상자 35"/>
          <p:cNvSpPr txBox="1">
            <a:spLocks/>
          </p:cNvSpPr>
          <p:nvPr/>
        </p:nvSpPr>
        <p:spPr>
          <a:xfrm rot="0">
            <a:off x="9184005" y="2768600"/>
            <a:ext cx="1452245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단편화에 관여</a:t>
            </a:r>
            <a:endParaRPr lang="ko-KR" altLang="en-US" sz="1800">
              <a:solidFill>
                <a:srgbClr val="CC0000"/>
              </a:solidFill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 패킷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Picture " descr="/temp/fImage653111710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267335" cy="286385"/>
          </a:xfrm>
          <a:prstGeom prst="rect"/>
          <a:noFill/>
        </p:spPr>
      </p:pic>
      <p:pic>
        <p:nvPicPr>
          <p:cNvPr id="5" name="Picture " descr="/temp/fImage109553112796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41375" y="1796415"/>
            <a:ext cx="7525385" cy="442531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38"/>
              <p14:cNvContentPartPr/>
              <p14:nvPr/>
            </p14:nvContentPartPr>
            <p14:xfrm>
              <a:off x="3820795" y="2451100"/>
              <a:ext cx="1009015" cy="605790"/>
            </p14:xfrm>
          </p:contentPart>
        </mc:Choice>
        <mc:Fallback>
          <p:pic>
            <p:nvPicPr>
              <p:cNvPr id="6" name="잉크 3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0795" y="2451100"/>
                <a:ext cx="1009015" cy="6057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39"/>
              <p14:cNvContentPartPr/>
              <p14:nvPr/>
            </p14:nvContentPartPr>
            <p14:xfrm>
              <a:off x="4786630" y="2292350"/>
              <a:ext cx="3561080" cy="418465"/>
            </p14:xfrm>
          </p:contentPart>
        </mc:Choice>
        <mc:Fallback>
          <p:pic>
            <p:nvPicPr>
              <p:cNvPr id="7" name="잉크 3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86630" y="2292350"/>
                <a:ext cx="3561080" cy="418465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텍스트 상자 42"/>
          <p:cNvSpPr txBox="1">
            <a:spLocks/>
          </p:cNvSpPr>
          <p:nvPr/>
        </p:nvSpPr>
        <p:spPr>
          <a:xfrm rot="0">
            <a:off x="8420100" y="2047240"/>
            <a:ext cx="2927985" cy="353822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- </a:t>
            </a:r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패킷에 할당된 번호</a:t>
            </a:r>
            <a:endParaRPr lang="ko-KR" altLang="en-US" sz="3200">
              <a:solidFill>
                <a:srgbClr val="CC0000"/>
              </a:solidFill>
              <a:latin typeface="나눔바른고딕" charset="0"/>
              <a:ea typeface="나눔바른고딕" charset="0"/>
            </a:endParaRPr>
          </a:p>
          <a:p>
            <a:pPr marL="0" indent="0" algn="l" hangingPunct="1"/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- </a:t>
            </a:r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쪼개저셔 도착한 패킷이 어떤 메시지에서 쪼개졌는지 알기 위해 사용</a:t>
            </a:r>
            <a:endParaRPr lang="ko-KR" altLang="en-US" sz="3200">
              <a:solidFill>
                <a:srgbClr val="CC0000"/>
              </a:solidFill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 패킷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Picture " descr="/temp/fImage653114441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267335" cy="286385"/>
          </a:xfrm>
          <a:prstGeom prst="rect"/>
          <a:noFill/>
        </p:spPr>
      </p:pic>
      <p:pic>
        <p:nvPicPr>
          <p:cNvPr id="5" name="Picture " descr="/temp/fImage109553115574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41375" y="1796415"/>
            <a:ext cx="7525385" cy="4425315"/>
          </a:xfrm>
          <a:prstGeom prst="rect"/>
          <a:noFill/>
        </p:spPr>
      </p:pic>
      <p:sp>
        <p:nvSpPr>
          <p:cNvPr id="6" name="텍스트 상자 43"/>
          <p:cNvSpPr txBox="1">
            <a:spLocks/>
          </p:cNvSpPr>
          <p:nvPr/>
        </p:nvSpPr>
        <p:spPr>
          <a:xfrm rot="0">
            <a:off x="8420100" y="2047240"/>
            <a:ext cx="2927985" cy="304609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- 세 개의 비트로 구성</a:t>
            </a:r>
            <a:endParaRPr lang="ko-KR" altLang="en-US" sz="3200">
              <a:solidFill>
                <a:srgbClr val="CC0000"/>
              </a:solidFill>
              <a:latin typeface="나눔바른고딕" charset="0"/>
              <a:ea typeface="나눔바른고딕" charset="0"/>
            </a:endParaRPr>
          </a:p>
          <a:p>
            <a:pPr marL="0" indent="0" algn="l" hangingPunct="1"/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- </a:t>
            </a:r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첫번째 비트는 항상 0, DF 1쪼개지 말라, MF 1쪼개진거 더있다</a:t>
            </a:r>
            <a:endParaRPr lang="ko-KR" altLang="en-US" sz="3200">
              <a:solidFill>
                <a:srgbClr val="CC0000"/>
              </a:solidFill>
              <a:latin typeface="나눔바른고딕" charset="0"/>
              <a:ea typeface="나눔바른고딕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잉크 45"/>
              <p14:cNvContentPartPr/>
              <p14:nvPr/>
            </p14:nvContentPartPr>
            <p14:xfrm>
              <a:off x="5550535" y="2653030"/>
              <a:ext cx="721360" cy="576580"/>
            </p14:xfrm>
          </p:contentPart>
        </mc:Choice>
        <mc:Fallback>
          <p:pic>
            <p:nvPicPr>
              <p:cNvPr id="7" name="잉크 4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0535" y="2653030"/>
                <a:ext cx="721360" cy="576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잉크 47"/>
              <p14:cNvContentPartPr/>
              <p14:nvPr/>
            </p14:nvContentPartPr>
            <p14:xfrm>
              <a:off x="6127750" y="2523490"/>
              <a:ext cx="2075815" cy="201295"/>
            </p14:xfrm>
          </p:contentPart>
        </mc:Choice>
        <mc:Fallback>
          <p:pic>
            <p:nvPicPr>
              <p:cNvPr id="8" name="잉크 4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27750" y="2523490"/>
                <a:ext cx="2075815" cy="20129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 패킷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Picture " descr="/temp/fImage653117131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267335" cy="286385"/>
          </a:xfrm>
          <a:prstGeom prst="rect"/>
          <a:noFill/>
        </p:spPr>
      </p:pic>
      <p:pic>
        <p:nvPicPr>
          <p:cNvPr id="5" name="Picture " descr="/temp/fImage1095531183089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41375" y="1796415"/>
            <a:ext cx="7525385" cy="4425315"/>
          </a:xfrm>
          <a:prstGeom prst="rect"/>
          <a:noFill/>
        </p:spPr>
      </p:pic>
      <p:sp>
        <p:nvSpPr>
          <p:cNvPr id="6" name="텍스트 상자 49"/>
          <p:cNvSpPr txBox="1">
            <a:spLocks/>
          </p:cNvSpPr>
          <p:nvPr/>
        </p:nvSpPr>
        <p:spPr>
          <a:xfrm rot="0">
            <a:off x="8420100" y="2191385"/>
            <a:ext cx="2927985" cy="107759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몇 번째로 떨어진 패킷인지</a:t>
            </a:r>
            <a:endParaRPr lang="ko-KR" altLang="en-US" sz="3200">
              <a:solidFill>
                <a:srgbClr val="CC0000"/>
              </a:solidFill>
              <a:latin typeface="나눔바른고딕" charset="0"/>
              <a:ea typeface="나눔바른고딕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잉크 50"/>
              <p14:cNvContentPartPr/>
              <p14:nvPr/>
            </p14:nvContentPartPr>
            <p14:xfrm>
              <a:off x="6127750" y="2523490"/>
              <a:ext cx="1787525" cy="634365"/>
            </p14:xfrm>
          </p:contentPart>
        </mc:Choice>
        <mc:Fallback>
          <p:pic>
            <p:nvPicPr>
              <p:cNvPr id="7" name="잉크 5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7750" y="2523490"/>
                <a:ext cx="1787525" cy="634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잉크 51"/>
              <p14:cNvContentPartPr/>
              <p14:nvPr/>
            </p14:nvContentPartPr>
            <p14:xfrm>
              <a:off x="7958455" y="2854960"/>
              <a:ext cx="375285" cy="100965"/>
            </p14:xfrm>
          </p:contentPart>
        </mc:Choice>
        <mc:Fallback>
          <p:pic>
            <p:nvPicPr>
              <p:cNvPr id="8" name="잉크 5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58455" y="2854960"/>
                <a:ext cx="375285" cy="10096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 패킷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Picture " descr="/temp/fImage653166643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267335" cy="286385"/>
          </a:xfrm>
          <a:prstGeom prst="rect"/>
          <a:noFill/>
        </p:spPr>
      </p:pic>
      <p:pic>
        <p:nvPicPr>
          <p:cNvPr id="5" name="Picture " descr="/temp/fImage10955316734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41375" y="1796415"/>
            <a:ext cx="7525385" cy="442531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2"/>
              <p14:cNvContentPartPr/>
              <p14:nvPr/>
            </p14:nvContentPartPr>
            <p14:xfrm>
              <a:off x="3200400" y="3157855"/>
              <a:ext cx="1038225" cy="490220"/>
            </p14:xfrm>
          </p:contentPart>
        </mc:Choice>
        <mc:Fallback>
          <p:pic>
            <p:nvPicPr>
              <p:cNvPr id="6" name="잉크 5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0400" y="3157855"/>
                <a:ext cx="1038225" cy="490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53"/>
              <p14:cNvContentPartPr/>
              <p14:nvPr/>
            </p14:nvContentPartPr>
            <p14:xfrm>
              <a:off x="4210050" y="3085465"/>
              <a:ext cx="4657090" cy="129540"/>
            </p14:xfrm>
          </p:contentPart>
        </mc:Choice>
        <mc:Fallback>
          <p:pic>
            <p:nvPicPr>
              <p:cNvPr id="7" name="잉크 5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10050" y="3085465"/>
                <a:ext cx="4657090" cy="12954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텍스트 상자 62"/>
          <p:cNvSpPr txBox="1">
            <a:spLocks/>
          </p:cNvSpPr>
          <p:nvPr/>
        </p:nvSpPr>
        <p:spPr>
          <a:xfrm rot="0">
            <a:off x="8247379" y="3215005"/>
            <a:ext cx="2927985" cy="156972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- 패킷의 수명</a:t>
            </a:r>
            <a:endParaRPr lang="ko-KR" altLang="en-US" sz="3200">
              <a:solidFill>
                <a:srgbClr val="CC0000"/>
              </a:solidFill>
              <a:latin typeface="나눔바른고딕" charset="0"/>
              <a:ea typeface="나눔바른고딕" charset="0"/>
            </a:endParaRPr>
          </a:p>
          <a:p>
            <a:pPr marL="0" indent="0" algn="l" hangingPunct="1"/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- hop 마다 1씩 감소</a:t>
            </a:r>
            <a:endParaRPr lang="ko-KR" altLang="en-US" sz="3200">
              <a:solidFill>
                <a:srgbClr val="CC0000"/>
              </a:solidFill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 패킷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Picture " descr="/temp/fImage653184880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267335" cy="286385"/>
          </a:xfrm>
          <a:prstGeom prst="rect"/>
          <a:noFill/>
        </p:spPr>
      </p:pic>
      <p:pic>
        <p:nvPicPr>
          <p:cNvPr id="5" name="Picture " descr="/temp/fImage109553185980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41375" y="1796415"/>
            <a:ext cx="7525385" cy="442531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5"/>
              <p14:cNvContentPartPr/>
              <p14:nvPr/>
            </p14:nvContentPartPr>
            <p14:xfrm>
              <a:off x="4224020" y="3013710"/>
              <a:ext cx="1442085" cy="706120"/>
            </p14:xfrm>
          </p:contentPart>
        </mc:Choice>
        <mc:Fallback>
          <p:pic>
            <p:nvPicPr>
              <p:cNvPr id="6" name="잉크 5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24020" y="3013710"/>
                <a:ext cx="1442085" cy="70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56"/>
              <p14:cNvContentPartPr/>
              <p14:nvPr/>
            </p14:nvContentPartPr>
            <p14:xfrm>
              <a:off x="5593715" y="2912745"/>
              <a:ext cx="3561715" cy="461010"/>
            </p14:xfrm>
          </p:contentPart>
        </mc:Choice>
        <mc:Fallback>
          <p:pic>
            <p:nvPicPr>
              <p:cNvPr id="7" name="잉크 5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93715" y="2912745"/>
                <a:ext cx="3561715" cy="46101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텍스트 상자 63"/>
          <p:cNvSpPr txBox="1">
            <a:spLocks/>
          </p:cNvSpPr>
          <p:nvPr/>
        </p:nvSpPr>
        <p:spPr>
          <a:xfrm rot="0">
            <a:off x="8420100" y="3143250"/>
            <a:ext cx="2927985" cy="156972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상위 계층의 프로토콜이 뭔지 (TCP, UDP)</a:t>
            </a:r>
            <a:endParaRPr lang="ko-KR" altLang="en-US" sz="3200">
              <a:solidFill>
                <a:srgbClr val="CC0000"/>
              </a:solidFill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 패킷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Picture " descr="/temp/fImage653187701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267335" cy="286385"/>
          </a:xfrm>
          <a:prstGeom prst="rect"/>
          <a:noFill/>
        </p:spPr>
      </p:pic>
      <p:pic>
        <p:nvPicPr>
          <p:cNvPr id="5" name="Picture " descr="/temp/fImage109553188300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41375" y="1796415"/>
            <a:ext cx="7525385" cy="442531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7"/>
              <p14:cNvContentPartPr/>
              <p14:nvPr/>
            </p14:nvContentPartPr>
            <p14:xfrm>
              <a:off x="5939790" y="3143250"/>
              <a:ext cx="1543050" cy="648970"/>
            </p14:xfrm>
          </p:contentPart>
        </mc:Choice>
        <mc:Fallback>
          <p:pic>
            <p:nvPicPr>
              <p:cNvPr id="6" name="잉크 5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9790" y="3143250"/>
                <a:ext cx="1543050" cy="6489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58"/>
              <p14:cNvContentPartPr/>
              <p14:nvPr/>
            </p14:nvContentPartPr>
            <p14:xfrm>
              <a:off x="7526020" y="3388360"/>
              <a:ext cx="1240155" cy="115570"/>
            </p14:xfrm>
          </p:contentPart>
        </mc:Choice>
        <mc:Fallback>
          <p:pic>
            <p:nvPicPr>
              <p:cNvPr id="7" name="잉크 5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26020" y="3388360"/>
                <a:ext cx="1240155" cy="11557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텍스트 상자 64"/>
          <p:cNvSpPr txBox="1">
            <a:spLocks/>
          </p:cNvSpPr>
          <p:nvPr/>
        </p:nvSpPr>
        <p:spPr>
          <a:xfrm rot="0">
            <a:off x="8362315" y="3561080"/>
            <a:ext cx="2927985" cy="58547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오류 검출</a:t>
            </a:r>
            <a:endParaRPr lang="ko-KR" altLang="en-US" sz="3200">
              <a:solidFill>
                <a:srgbClr val="CC0000"/>
              </a:solidFill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 패킷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Picture " descr="/temp/fImage653197809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267335" cy="286385"/>
          </a:xfrm>
          <a:prstGeom prst="rect"/>
          <a:noFill/>
        </p:spPr>
      </p:pic>
      <p:pic>
        <p:nvPicPr>
          <p:cNvPr id="5" name="Picture " descr="/temp/fImage10955319813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41375" y="1796415"/>
            <a:ext cx="7525385" cy="442531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9"/>
              <p14:cNvContentPartPr/>
              <p14:nvPr/>
            </p14:nvContentPartPr>
            <p14:xfrm>
              <a:off x="4498340" y="3662045"/>
              <a:ext cx="2061844" cy="951865"/>
            </p14:xfrm>
          </p:contentPart>
        </mc:Choice>
        <mc:Fallback>
          <p:pic>
            <p:nvPicPr>
              <p:cNvPr id="6" name="잉크 5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98340" y="3662045"/>
                <a:ext cx="2061844" cy="951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60"/>
              <p14:cNvContentPartPr/>
              <p14:nvPr/>
            </p14:nvContentPartPr>
            <p14:xfrm>
              <a:off x="6401435" y="3936365"/>
              <a:ext cx="2105025" cy="360045"/>
            </p14:xfrm>
          </p:contentPart>
        </mc:Choice>
        <mc:Fallback>
          <p:pic>
            <p:nvPicPr>
              <p:cNvPr id="7" name="잉크 6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01435" y="3936365"/>
                <a:ext cx="2105025" cy="360045"/>
              </a:xfrm>
              <a:prstGeom prst="rect">
                <a:avLst/>
              </a:prstGeom>
            </p:spPr>
          </p:pic>
        </mc:Fallback>
      </mc:AlternateContent>
      <p:sp>
        <p:nvSpPr>
          <p:cNvPr id="8" name="텍스트 상자 65"/>
          <p:cNvSpPr txBox="1">
            <a:spLocks/>
          </p:cNvSpPr>
          <p:nvPr/>
        </p:nvSpPr>
        <p:spPr>
          <a:xfrm rot="0">
            <a:off x="8420100" y="4094480"/>
            <a:ext cx="2927985" cy="58547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3200">
                <a:solidFill>
                  <a:srgbClr val="CC0000"/>
                </a:solidFill>
                <a:latin typeface="나눔바른고딕" charset="0"/>
                <a:ea typeface="나눔바른고딕" charset="0"/>
              </a:rPr>
              <a:t>말 그대로</a:t>
            </a:r>
            <a:endParaRPr lang="ko-KR" altLang="en-US" sz="3200">
              <a:solidFill>
                <a:srgbClr val="CC0000"/>
              </a:solidFill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IPv6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우리가 사용하는 IP 주소는 IPv4 =&gt; 2^32개의 주소(약 43억개) 사용가능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부족할거 같아서 나온게 IPv6 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72" descr="/temp/fImage3317521755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60805" y="4387850"/>
            <a:ext cx="9481820" cy="10052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IPv6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pic>
        <p:nvPicPr>
          <p:cNvPr id="4" name="그림 76" descr="/temp/fImage11469322371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66215" y="1689735"/>
            <a:ext cx="8352790" cy="448183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ARP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IP 주소를 통해 MAC 주소를 알아내는 프로토콜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/>
              <a:t>요청 → 응답 → 테이블 갱신</a:t>
            </a:r>
            <a:r>
              <a:rPr/>
              <a:t>  의 사이클로 동작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ARP 요청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브로드 캐스트 메시지 전송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ARP 응답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자신의 MAC 주소를 담은 유니캐스트(1:1) 메시지를 전송 ( 자기 주소 아니면 무시 )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ARP 테이블 갱신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요청-응답을 통해 알게된 IP 주소와 MAC 주소의 연관 관계 테이블 갱신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82" descr="/temp/fImage67637232563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837055" y="2755900"/>
            <a:ext cx="8529955" cy="28530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단편화 피하기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IP 단편화 없이 주고 받을 수 있는 최대 크기(Path MTU) 만큼만 전송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경로 MTU 발견 ⇒ 경로 MTU를 구하고 해당 크기만큼만 송수신하여 IP 단편화를 회피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근데 요새는 보통 DF 1로 단편화 안일어남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83" descr="/temp/fImage57244233167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33195" y="4061460"/>
            <a:ext cx="8919210" cy="26289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 주소의 구조와 클래스풀 주소 체계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3517900"/>
            <a:ext cx="10516235" cy="266001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클래스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호스트 주소 공간 할당을 위해 생겨난 개념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네트워크 크기에 따라 IP 주소를 분류하는 기준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88" descr="/temp/fImage50227241853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70225" y="1824990"/>
            <a:ext cx="5812155" cy="16357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 주소의 구조와 클래스풀 주소 체계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  <a:p>
            <a:pPr marL="0" indent="0" rtl="0"/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pic>
        <p:nvPicPr>
          <p:cNvPr id="4" name="그림 91" descr="/temp/fImage54900245356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44955" y="1405890"/>
            <a:ext cx="6933565" cy="3511550"/>
          </a:xfrm>
          <a:prstGeom prst="rect"/>
          <a:noFill/>
        </p:spPr>
      </p:pic>
      <p:pic>
        <p:nvPicPr>
          <p:cNvPr id="5" name="그림 94" descr="/temp/fImage6650524813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451860" y="4909820"/>
            <a:ext cx="8198485" cy="176657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클래스리스 주소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클래스풀 주소 체계는 네트워크 크기가 고정되어 있어 한계가 있음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92" descr="/temp/fImage153155246136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837055" y="2432685"/>
            <a:ext cx="8544560" cy="40709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서브넷 마스크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클래스 없이 IP 주소의 네트워크 주소 호스트 주소를 구분하는 수단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네트워크 주소는 1, 호스트 주소는 0으로 표기한 비트열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표기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Ex) c클래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스의 IP 주소 =&gt; 192.168.219.103/24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95" descr="/temp/fImage72777249508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45209" y="3140075"/>
            <a:ext cx="10085705" cy="183515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서브네팅: 비트 AND 연산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서브넷 마스크를 이용해 네트워크 주소 더 잘게 쪼개어 사용하는 것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IP 주소가 192.168.219.103 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일 때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96" descr="/temp/fImage107319250427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53589" y="3232785"/>
            <a:ext cx="8111490" cy="28670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서브네팅: 비트 AND 연산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97" descr="/temp/fImage23300255268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34285" y="1368425"/>
            <a:ext cx="6708140" cy="549529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IP주소 분류 - 공인 IP, 사설 IP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공인 IP ⇒ 전 세계에서 고유한 IP 주소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사설 IP ⇒ 고유하지 않은 IP 주소, 사설 네트워크에서 사용하기 위한 IP 주소</a:t>
            </a:r>
            <a:endParaRPr lang="ko-KR" altLang="en-US"/>
          </a:p>
          <a:p>
            <a:pPr marL="685800" indent="-228600" lvl="1">
              <a:buFont typeface="나눔바른고딕"/>
              <a:buChar char="•"/>
            </a:pPr>
            <a:r>
              <a:rPr sz="2800" b="1">
                <a:solidFill>
                  <a:srgbClr val="CC0000"/>
                </a:solidFill>
                <a:latin typeface="+mn-lt"/>
                <a:ea typeface="+mn-ea"/>
                <a:cs typeface="+mn-cs"/>
              </a:rPr>
              <a:t>NAT</a:t>
            </a:r>
            <a:r>
              <a:rPr sz="2800">
                <a:latin typeface="나눔바른고딕" charset="0"/>
                <a:ea typeface="나눔바른고딕" charset="0"/>
                <a:cs typeface="+mn-cs"/>
              </a:rPr>
              <a:t>를 통해 사설 IP주소를 공인 IP주소로 변환하여 통신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98" descr="/temp/fImage134515256165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298700" y="3662045"/>
            <a:ext cx="7448550" cy="320167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IP주소 분류 - 공인 IP, 사설 IP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pic>
        <p:nvPicPr>
          <p:cNvPr id="4" name="그림 99" descr="/temp/fImage43721261569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40080" y="2693670"/>
            <a:ext cx="10923905" cy="18199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IP주소 분류 - 정적 IP, 동적 IP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정적 할당 ⇒ 직접 IP 주소 부여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동적 할당 ⇒</a:t>
            </a:r>
            <a:r>
              <a:rPr lang="ko-KR" altLang="en-US" sz="2800" b="1">
                <a:latin typeface="+mn-lt"/>
                <a:ea typeface="+mn-ea"/>
                <a:cs typeface="+mn-cs"/>
              </a:rPr>
              <a:t> </a:t>
            </a:r>
            <a:r>
              <a:rPr lang="ko-KR" altLang="en-US" sz="2800" b="1">
                <a:solidFill>
                  <a:srgbClr val="CC0000"/>
                </a:solidFill>
                <a:latin typeface="+mn-lt"/>
                <a:ea typeface="+mn-ea"/>
                <a:cs typeface="+mn-cs"/>
              </a:rPr>
              <a:t>DHCP 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프로토콜 사용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클라이언트와 DHCP 서버 간 메시지 송수신을 통해 할당이 이루어짐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DHCP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6242685" y="1825625"/>
            <a:ext cx="5111750" cy="4352290"/>
          </a:xfrm>
          <a:prstGeom prst="rect"/>
        </p:spPr>
        <p:txBody>
          <a:bodyPr wrap="square" lIns="91440" tIns="45720" rIns="91440" bIns="45720" numCol="1" vert="horz" anchor="t">
            <a:normAutofit fontScale="92500" lnSpcReduction="0"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 </a:t>
            </a:r>
            <a:r>
              <a:rPr/>
              <a:t>DHCP 서버 찾는 메시지(브로드캐스트)</a:t>
            </a:r>
            <a:endParaRPr lang="ko-KR" altLang="en-US"/>
          </a:p>
          <a:p>
            <a:pPr marL="228600" indent="-228600">
              <a:buFont typeface="+mj-lt"/>
              <a:buAutoNum type="arabicPeriod"/>
            </a:pPr>
            <a:r>
              <a:rPr/>
              <a:t> </a:t>
            </a:r>
            <a:r>
              <a:rPr/>
              <a:t>클라이언트에게 할당 가능한 IP 주소 정보를 제안하는 메시지</a:t>
            </a:r>
            <a:endParaRPr lang="ko-KR" altLang="en-US"/>
          </a:p>
          <a:p>
            <a:pPr marL="228600" indent="-228600">
              <a:buFont typeface="+mj-lt"/>
              <a:buAutoNum type="arabicPeriod"/>
            </a:pPr>
            <a:r>
              <a:rPr/>
              <a:t> </a:t>
            </a:r>
            <a:r>
              <a:rPr/>
              <a:t>응답(브로드캐스트)</a:t>
            </a:r>
            <a:endParaRPr lang="ko-KR" altLang="en-US"/>
          </a:p>
          <a:p>
            <a:pPr marL="228600" indent="-228600">
              <a:buFont typeface="+mj-lt"/>
              <a:buAutoNum type="arabicPeriod"/>
            </a:pPr>
            <a:r>
              <a:rPr/>
              <a:t> </a:t>
            </a:r>
            <a:r>
              <a:rPr/>
              <a:t>최종 승인</a:t>
            </a:r>
            <a:endParaRPr lang="ko-KR" altLang="en-US"/>
          </a:p>
          <a:p>
            <a:pPr marL="228600" indent="-228600">
              <a:buFont typeface="+mj-lt"/>
              <a:buAutoNum type="arabicPeriod"/>
            </a:pPr>
            <a:endParaRPr lang="ko-KR" altLang="en-US"/>
          </a:p>
          <a:p>
            <a:pPr marL="0" indent="0">
              <a:buFontTx/>
              <a:buNone/>
            </a:pPr>
            <a:r>
              <a:rPr sz="1945"/>
              <a:t>- </a:t>
            </a:r>
            <a:r>
              <a:rPr lang="ko-KR" altLang="en-US" sz="1945">
                <a:latin typeface="+mn-lt"/>
                <a:ea typeface="+mn-ea"/>
                <a:cs typeface="+mn-cs"/>
              </a:rPr>
              <a:t>임대기간이 끝나면 위의 과정을 반복해서 재할당 또는 임대 갱신을 통해 연장</a:t>
            </a:r>
            <a:endParaRPr lang="ko-KR" altLang="en-US" sz="1945"/>
          </a:p>
          <a:p>
            <a:pPr marL="228600" indent="-228600">
              <a:buFont typeface="+mj-lt"/>
              <a:buAutoNum type="arabicPeriod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01" descr="/temp/fImage553712666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65785" y="1310640"/>
            <a:ext cx="5677535" cy="555307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예약 주소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pic>
        <p:nvPicPr>
          <p:cNvPr id="4" name="그림 102" descr="/temp/fImage113398270666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48765" y="1617345"/>
            <a:ext cx="9107170" cy="475615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예약 주소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127.0.0.1 =&gt; 로컬 호스트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0.0.0.0/8 =&gt; 호스트가 IP 주소를 할당받기 전에 임시로 할당되는 IP 주소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0.0.0.0/0 =&gt; ‘모든 임의의 IP 주소’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어디로 패킷을 전달해야 할지 명확하지 않으면 여기로 패킷을 이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WebOffice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Bill Younghun Lee</cp:lastModifiedBy>
  <dc:title>PowerPoint 프레젠테이션</dc:title>
  <dcterms:modified xsi:type="dcterms:W3CDTF">2024-09-11T06:55:51Z</dcterms:modified>
</cp:coreProperties>
</file>