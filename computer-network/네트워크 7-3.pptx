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4633"/>
  </p:normalViewPr>
  <p:slideViewPr>
    <p:cSldViewPr snapToGrid="0">
      <p:cViewPr varScale="1">
        <p:scale>
          <a:sx n="88" d="100"/>
          <a:sy n="88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C29CD-B6D6-5B95-5F8D-656E6730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0F9436-47ED-BAE4-DFFE-F481A0194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EF8BB-7276-153B-AECF-F03F9D21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B1B88-3539-F37A-070C-9E3F3139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644FD1-2D6D-2AC9-5316-9A19081D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808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547F4-258A-8EF7-4AE2-948E8B48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7CDFC-D1D1-6B38-C170-1FEDB25FD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5E5CF-4254-1BB2-28B7-AA26A475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F0E2D-B503-F81D-EE5F-E6AE5FA7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CEBAA-1F8B-550A-95F2-3CAF70B5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219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2AD8D-9F96-05E4-3085-0FB6E228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62494-CECB-A745-BFAD-649E64043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50878-69F9-044B-90D6-99272BB3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69BCB-F720-3573-4519-3713A144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EEA0D8-E23C-9058-837D-8F1F8D02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24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19AD3-664A-21F0-2365-61B2BA64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A2271A-11F7-1728-6750-E163D5C20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9274F2-B62D-BCA6-84AC-5E4488F9E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D2BF3-BC09-FC1B-5064-F97DA9BE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30DE58-6037-6A1C-D5B6-6DDB5B4F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544ED6-3FFB-A24E-E9D3-D558FAF4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581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4BE1C-F49C-A543-C28A-7F7194DA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C1AC27-8C77-B335-F8EF-46919B3DD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84B995-C703-76F7-DE90-74912A10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1076A0-FCDE-3C2C-2407-0CDE9D9FD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EFE18D-4E91-2112-90B2-18BF6BAFB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DA97DE-9E7A-F9B4-E1C1-1D7892BA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353DB4-AE0E-2CD6-7DE6-F0947F4E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794E03-D8E5-5725-9B74-AB2899A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128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71E1A-E734-DAF9-1C4D-AB42B17A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A79ED-A935-D409-2CDD-D0D863C3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3890A1-44B3-E761-B289-802590FD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8C33A3-57ED-7769-A96A-AC8D2617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305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F967B9-C4A2-E8EB-C284-667F7BC9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B7D432-A499-E77B-8BE5-747EEF17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3EC76-2485-9845-9F22-55AE5539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538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42A9-731D-A5C8-EC3F-E49FE0430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C30BE-A8D1-7273-D247-C9F425E0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4AF53-7EFA-A88C-B655-485D4A991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9EC404-AD69-8D5B-8E2F-D5023D6A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779A0-9BE4-784E-B4EC-C5E66F4E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3AE413-1991-202A-E429-3199B76F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663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42505-29ED-5962-0380-C2E05163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7B98FC-36B7-B83B-9F14-779C1021D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CBD728-2539-E0CE-8BA0-25E9C620C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F75DA3-CD8E-EEFE-4386-E2B23082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03DE53-AD89-8E1C-E93E-6E49AD69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3F5737-6F5A-861B-A11B-A7EB8798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442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06F8E-D82D-49B7-A5B2-50D9E15C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C0CE4B-10BE-96E3-B8C8-AD2D5C544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C1214-5A4E-9449-CCCD-74E1A6468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4E0CA-871B-8FCC-07BB-DF65ECE5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EFD3D-5D52-F126-798C-C8102042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210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38D3EB-9516-8FD6-B415-71F4270EF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7B8A00-A2DC-C62F-BD80-34A4EB74A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7E69F-11E6-DBDA-48F7-9A41F438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10395-4F4C-FE87-5974-4160F7D1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97E3D0-7C5F-4225-AB7B-A9F1E04D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454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CF545C-25E0-9F1A-A4FB-2656F795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615363-3B2B-AEE8-B59B-CA98C616D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C6CDF-D902-A86B-E59F-453CA8042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0DD93-E48D-744C-A5AD-2FD09A52F02C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B3ACC-B791-2543-23DD-682028864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5F0357-688F-8C4F-25D5-8DCCF6A5F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57853-2FD7-DB46-B837-7D207E0E8C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965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217D-D10C-EDA6-710B-149D2AD76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혼자 공부하는 네트워크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3B3C5-FBA5-1081-4920-C2DE97C21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ko-KR" dirty="0"/>
              <a:t>7-3</a:t>
            </a:r>
            <a:r>
              <a:rPr kumimoji="1" lang="ko-KR" altLang="en-US" dirty="0"/>
              <a:t> 무선 네트워크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902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E6124-0AE0-85D9-65D2-D03B793D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전파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E83E3-0284-0741-16A4-BD6C466DD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눈에 보이지 않는 전자기파의 일종</a:t>
            </a:r>
            <a:endParaRPr kumimoji="1" lang="en-US" altLang="ko-KR" dirty="0"/>
          </a:p>
          <a:p>
            <a:r>
              <a:rPr kumimoji="1" lang="ko-KR" altLang="en-US" dirty="0"/>
              <a:t>자연에서도 발생 가능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번개치는 날 </a:t>
            </a:r>
            <a:r>
              <a:rPr kumimoji="1" lang="en-US" altLang="ko-KR" dirty="0"/>
              <a:t>‘</a:t>
            </a:r>
            <a:r>
              <a:rPr kumimoji="1" lang="ko-KR" altLang="en-US" dirty="0" err="1"/>
              <a:t>지직</a:t>
            </a:r>
            <a:r>
              <a:rPr kumimoji="1" lang="en-US" altLang="ko-KR" dirty="0"/>
              <a:t>’</a:t>
            </a:r>
            <a:r>
              <a:rPr kumimoji="1" lang="ko-KR" altLang="en-US" dirty="0"/>
              <a:t> 소리</a:t>
            </a:r>
            <a:endParaRPr kumimoji="1" lang="en-US" altLang="ko-KR" dirty="0"/>
          </a:p>
          <a:p>
            <a:r>
              <a:rPr kumimoji="1" lang="ko-KR" altLang="en-US" dirty="0"/>
              <a:t>통신을 위해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주파수 대역</a:t>
            </a:r>
            <a:r>
              <a:rPr kumimoji="1" lang="en-US" altLang="ko-KR" dirty="0"/>
              <a:t>’</a:t>
            </a:r>
            <a:r>
              <a:rPr kumimoji="1" lang="ko-KR" altLang="en-US" dirty="0"/>
              <a:t> 정함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85D584-9E79-A2BB-1402-DB8CC4F9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721" y="3174576"/>
            <a:ext cx="5080348" cy="34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6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8CF8-53E3-9B2B-D6EC-9AD5ABC0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FFA43-A085-0A0E-A80B-370D31C3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IEEE 802.11</a:t>
            </a:r>
            <a:r>
              <a:rPr kumimoji="1" lang="ko-KR" altLang="en-US" dirty="0"/>
              <a:t> </a:t>
            </a:r>
            <a:r>
              <a:rPr kumimoji="1" lang="en-US" altLang="ko-KR" dirty="0"/>
              <a:t>(2.4GHz, 5GHz)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CE2DB7-B8C1-2D49-56F9-91EE4FBC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LAN</a:t>
            </a:r>
            <a:r>
              <a:rPr kumimoji="1" lang="ko-KR" altLang="en-US" dirty="0"/>
              <a:t>환경에서의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무선 통신</a:t>
            </a:r>
            <a:r>
              <a:rPr kumimoji="1" lang="en-US" altLang="ko-KR" dirty="0"/>
              <a:t>’</a:t>
            </a:r>
            <a:r>
              <a:rPr kumimoji="1" lang="ko-KR" altLang="en-US" dirty="0"/>
              <a:t> 표준화 규격</a:t>
            </a:r>
            <a:endParaRPr kumimoji="1" lang="en-US" altLang="ko-KR" dirty="0"/>
          </a:p>
          <a:p>
            <a:r>
              <a:rPr kumimoji="1" lang="ko-KR" altLang="en-US" dirty="0"/>
              <a:t>참고로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유선 통신</a:t>
            </a:r>
            <a:r>
              <a:rPr kumimoji="1" lang="en-US" altLang="ko-KR" dirty="0"/>
              <a:t>’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IEEE 802.3</a:t>
            </a:r>
            <a:r>
              <a:rPr kumimoji="1" lang="ko-KR" altLang="en-US" dirty="0"/>
              <a:t> 이었다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뒤에 붙는 알파벳에 따라 주파수 대역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전송속도 </a:t>
            </a:r>
            <a:r>
              <a:rPr kumimoji="1" lang="ko-KR" altLang="en-US" dirty="0" err="1"/>
              <a:t>차이남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DF362-F67A-3A5D-955E-30995B0D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83" y="3941885"/>
            <a:ext cx="5580867" cy="25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6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502B-AE3C-701F-2F16-E9851C5B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4D8F9-6610-C906-0A0F-B89F143D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와이파이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3B228-5849-516E-7673-E0E325AE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IEEE 802.11</a:t>
            </a:r>
            <a:r>
              <a:rPr kumimoji="1" lang="ko-KR" altLang="en-US" dirty="0"/>
              <a:t> 표준을 따르는 무선 </a:t>
            </a:r>
            <a:r>
              <a:rPr kumimoji="1" lang="en-US" altLang="ko-KR" dirty="0"/>
              <a:t>LAN</a:t>
            </a:r>
            <a:r>
              <a:rPr kumimoji="1" lang="ko-KR" altLang="en-US" dirty="0"/>
              <a:t> 기술</a:t>
            </a:r>
            <a:endParaRPr kumimoji="1" lang="en-US" altLang="ko-KR" dirty="0"/>
          </a:p>
          <a:p>
            <a:r>
              <a:rPr kumimoji="1" lang="ko-KR" altLang="en-US" dirty="0"/>
              <a:t>본래는 </a:t>
            </a:r>
            <a:r>
              <a:rPr kumimoji="1" lang="ko-KR" altLang="en-US" b="1" u="sng" dirty="0"/>
              <a:t>와이파이 얼라이언스</a:t>
            </a:r>
            <a:r>
              <a:rPr kumimoji="1" lang="ko-KR" altLang="en-US" dirty="0"/>
              <a:t>라는 비영리단체 마크 이름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92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6E9A-B478-F1A1-A514-27C96EC1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7D1FB-D40B-8A54-97F4-EC55DCC3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2.4GHz</a:t>
            </a:r>
            <a:r>
              <a:rPr kumimoji="1" lang="ko-KR" altLang="en-US" dirty="0"/>
              <a:t> </a:t>
            </a:r>
            <a:r>
              <a:rPr kumimoji="1" lang="en-US" altLang="ko-KR" dirty="0"/>
              <a:t>VS 5GHz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33064-C5D4-FA95-8236-4EEE075D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어떤게</a:t>
            </a:r>
            <a:r>
              <a:rPr kumimoji="1" lang="ko-KR" altLang="en-US" dirty="0"/>
              <a:t> 더 좋을까</a:t>
            </a:r>
            <a:r>
              <a:rPr kumimoji="1" lang="en-US" altLang="ko-KR" dirty="0"/>
              <a:t>?</a:t>
            </a:r>
          </a:p>
          <a:p>
            <a:r>
              <a:rPr kumimoji="1" lang="ko-KR" altLang="en-US" dirty="0"/>
              <a:t>속도는 </a:t>
            </a:r>
            <a:r>
              <a:rPr kumimoji="1" lang="en-US" altLang="ko-KR" dirty="0"/>
              <a:t>5GHz</a:t>
            </a:r>
            <a:r>
              <a:rPr kumimoji="1" lang="ko-KR" altLang="en-US" dirty="0"/>
              <a:t>가 더 빠르지만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회절성이 </a:t>
            </a:r>
            <a:r>
              <a:rPr kumimoji="1" lang="ko-KR" altLang="en-US" dirty="0" err="1"/>
              <a:t>안좋다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2.4GHz</a:t>
            </a:r>
            <a:r>
              <a:rPr kumimoji="1" lang="ko-KR" altLang="en-US" dirty="0"/>
              <a:t>는 회절성이 더 좋다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2E0292-E699-6D1F-9374-A623B11B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3495675"/>
            <a:ext cx="4283205" cy="2688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AFF084-8D43-CCCF-C533-59CAA65B6125}"/>
              </a:ext>
            </a:extLst>
          </p:cNvPr>
          <p:cNvSpPr txBox="1"/>
          <p:nvPr/>
        </p:nvSpPr>
        <p:spPr>
          <a:xfrm>
            <a:off x="838199" y="6275540"/>
            <a:ext cx="1072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* </a:t>
            </a:r>
            <a:r>
              <a:rPr kumimoji="1" lang="ko-KR" altLang="en-US" dirty="0" err="1"/>
              <a:t>회절성</a:t>
            </a:r>
            <a:r>
              <a:rPr kumimoji="1" lang="en-US" altLang="ko-KR" dirty="0"/>
              <a:t>:</a:t>
            </a:r>
            <a:r>
              <a:rPr kumimoji="1" lang="ko-KR" altLang="en-US" dirty="0"/>
              <a:t> 파동이 장애물이나 좁은 틈을 </a:t>
            </a:r>
            <a:r>
              <a:rPr kumimoji="1" lang="ko-KR" altLang="en-US" dirty="0" err="1"/>
              <a:t>통과할때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파동이 뒤편까지 전파되는 현상 </a:t>
            </a:r>
          </a:p>
        </p:txBody>
      </p:sp>
    </p:spTree>
    <p:extLst>
      <p:ext uri="{BB962C8B-B14F-4D97-AF65-F5344CB8AC3E}">
        <p14:creationId xmlns:p14="http://schemas.microsoft.com/office/powerpoint/2010/main" val="84146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103A-3DBB-FD43-B1B5-7C695D17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132AE-35E6-F9D5-E0A7-44BDF011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채널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CD8AA-C6A0-DF76-AD90-A454CDD86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2.4GHz, 5GHz</a:t>
            </a:r>
            <a:r>
              <a:rPr kumimoji="1" lang="ko-KR" altLang="en-US" dirty="0"/>
              <a:t>의 하위 주파수 대역</a:t>
            </a:r>
            <a:endParaRPr kumimoji="1" lang="en-US" altLang="ko-KR" dirty="0"/>
          </a:p>
          <a:p>
            <a:r>
              <a:rPr kumimoji="1" lang="ko-KR" altLang="en-US" dirty="0"/>
              <a:t>번호로 구분</a:t>
            </a:r>
            <a:r>
              <a:rPr kumimoji="1"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E5752C-4343-F9EE-C389-53C82DC66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472" y="2994654"/>
            <a:ext cx="6859044" cy="368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75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FF06-B6F3-725F-7E2C-5EE2E289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37A97-9B54-812E-CF5A-D8E4926C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AP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FCE127-8ED5-3326-4521-AE696417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무선 </a:t>
            </a:r>
            <a:r>
              <a:rPr kumimoji="1" lang="ko-KR" altLang="en-US" dirty="0" err="1"/>
              <a:t>엑세스</a:t>
            </a:r>
            <a:r>
              <a:rPr kumimoji="1" lang="ko-KR" altLang="en-US" dirty="0"/>
              <a:t> 포인트</a:t>
            </a:r>
            <a:endParaRPr kumimoji="1" lang="en-US" altLang="ko-KR" dirty="0"/>
          </a:p>
          <a:p>
            <a:r>
              <a:rPr kumimoji="1" lang="ko-KR" altLang="en-US" dirty="0"/>
              <a:t>무선 통신 기기들 연결하는 장치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5045B3-795D-4C59-D09E-A22D9C3BF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3471863"/>
            <a:ext cx="27051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0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D8E2-8160-5C77-4132-7A7671E4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CC547-C2C3-CA03-F084-F3515ACD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인프라스트럭처</a:t>
            </a:r>
            <a:r>
              <a:rPr kumimoji="1" lang="ko-KR" altLang="en-US" dirty="0"/>
              <a:t>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0AD03-1FAF-6D9C-DA1E-61BC9392B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AP</a:t>
            </a:r>
            <a:r>
              <a:rPr kumimoji="1" lang="ko-KR" altLang="en-US" dirty="0"/>
              <a:t> 경유해 통신이 이루어지는 무선 네트워크 통신</a:t>
            </a:r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A5C0DD-7C97-2C30-2AAD-06C67FAF1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15997"/>
            <a:ext cx="7772400" cy="357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84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EFA4-957F-6732-00AB-5D64281D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A8F6C-E05D-9B38-372E-1F32596A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서비스 셋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767A1-71D5-8061-9A98-AF536FFF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AP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중심으로 연결된 여러 장치들의 집합</a:t>
            </a:r>
            <a:endParaRPr kumimoji="1" lang="en-US" altLang="ko-KR" dirty="0"/>
          </a:p>
          <a:p>
            <a:r>
              <a:rPr kumimoji="1" lang="en-US" altLang="ko-KR" dirty="0">
                <a:highlight>
                  <a:srgbClr val="FFFF00"/>
                </a:highlight>
              </a:rPr>
              <a:t>SSID</a:t>
            </a:r>
            <a:r>
              <a:rPr kumimoji="1" lang="en-US" altLang="ko-KR" dirty="0"/>
              <a:t>: </a:t>
            </a:r>
            <a:r>
              <a:rPr kumimoji="1" lang="ko-KR" altLang="en-US" dirty="0"/>
              <a:t>서비스 셋 식별자 </a:t>
            </a:r>
            <a:r>
              <a:rPr kumimoji="1" lang="en-US" altLang="ko-KR" dirty="0"/>
              <a:t>(=</a:t>
            </a:r>
            <a:r>
              <a:rPr kumimoji="1" lang="ko-KR" altLang="en-US" dirty="0"/>
              <a:t>와이파이</a:t>
            </a:r>
            <a:r>
              <a:rPr kumimoji="1"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651B27-87BE-50EA-1ADC-356099DB7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39" y="3103538"/>
            <a:ext cx="5410721" cy="35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8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61FE-3E23-42B0-11B8-45527FC3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DF0DF-4AD8-C4AE-1B76-584A90C3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비컨프레임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9830CD-B601-DF4C-6BF1-CA31ADE0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AP</a:t>
            </a:r>
            <a:r>
              <a:rPr kumimoji="1" lang="ko-KR" altLang="en-US" dirty="0"/>
              <a:t>가 </a:t>
            </a:r>
            <a:r>
              <a:rPr kumimoji="1" lang="ko-KR" altLang="en-US" dirty="0" err="1"/>
              <a:t>불특정다수에게</a:t>
            </a:r>
            <a:r>
              <a:rPr kumimoji="1" lang="ko-KR" altLang="en-US" dirty="0"/>
              <a:t> 자신을 알리는 </a:t>
            </a:r>
            <a:r>
              <a:rPr kumimoji="1" lang="ko-KR" altLang="en-US" dirty="0" err="1"/>
              <a:t>브로드캐스트</a:t>
            </a:r>
            <a:r>
              <a:rPr kumimoji="1" lang="ko-KR" altLang="en-US" dirty="0"/>
              <a:t> 메시지</a:t>
            </a:r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7147CA-9400-F76B-B18D-385CF77FA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477" y="2486335"/>
            <a:ext cx="6479046" cy="40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1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167</Words>
  <Application>Microsoft Macintosh PowerPoint</Application>
  <PresentationFormat>와이드스크린</PresentationFormat>
  <Paragraphs>31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혼자 공부하는 네트워크</vt:lpstr>
      <vt:lpstr>전파</vt:lpstr>
      <vt:lpstr>IEEE 802.11 (2.4GHz, 5GHz)</vt:lpstr>
      <vt:lpstr>와이파이</vt:lpstr>
      <vt:lpstr>2.4GHz VS 5GHz</vt:lpstr>
      <vt:lpstr>채널</vt:lpstr>
      <vt:lpstr>AP</vt:lpstr>
      <vt:lpstr>인프라스트럭처 모드</vt:lpstr>
      <vt:lpstr>서비스 셋</vt:lpstr>
      <vt:lpstr>비컨프레임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오승연</dc:creator>
  <cp:lastModifiedBy>오승연</cp:lastModifiedBy>
  <cp:revision>3</cp:revision>
  <dcterms:created xsi:type="dcterms:W3CDTF">2026-01-25T08:23:35Z</dcterms:created>
  <dcterms:modified xsi:type="dcterms:W3CDTF">2026-01-28T06:05:24Z</dcterms:modified>
</cp:coreProperties>
</file>